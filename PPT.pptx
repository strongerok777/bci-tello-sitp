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heme/theme3.xml" ContentType="application/vnd.openxmlformats-officedocument.theme+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Lst>
  <p:notesMasterIdLst>
    <p:notesMasterId r:id="rId26"/>
  </p:notesMasterIdLst>
  <p:sldIdLst>
    <p:sldId id="260" r:id="rId3"/>
    <p:sldId id="261" r:id="rId4"/>
    <p:sldId id="263" r:id="rId5"/>
    <p:sldId id="287" r:id="rId6"/>
    <p:sldId id="290" r:id="rId7"/>
    <p:sldId id="295" r:id="rId8"/>
    <p:sldId id="266" r:id="rId9"/>
    <p:sldId id="288" r:id="rId10"/>
    <p:sldId id="270" r:id="rId11"/>
    <p:sldId id="291" r:id="rId12"/>
    <p:sldId id="292" r:id="rId13"/>
    <p:sldId id="294" r:id="rId14"/>
    <p:sldId id="272" r:id="rId15"/>
    <p:sldId id="274" r:id="rId16"/>
    <p:sldId id="275" r:id="rId17"/>
    <p:sldId id="276" r:id="rId18"/>
    <p:sldId id="293" r:id="rId19"/>
    <p:sldId id="279" r:id="rId20"/>
    <p:sldId id="280" r:id="rId21"/>
    <p:sldId id="296" r:id="rId22"/>
    <p:sldId id="283" r:id="rId23"/>
    <p:sldId id="284" r:id="rId24"/>
    <p:sldId id="286" r:id="rId25"/>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echuying" initials="k"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39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941" autoAdjust="0"/>
    <p:restoredTop sz="94660"/>
  </p:normalViewPr>
  <p:slideViewPr>
    <p:cSldViewPr snapToGrid="0">
      <p:cViewPr varScale="1">
        <p:scale>
          <a:sx n="100" d="100"/>
          <a:sy n="100" d="100"/>
        </p:scale>
        <p:origin x="192" y="3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2026/3/3</a:t>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52.xml"/><Relationship Id="rId13" Type="http://schemas.openxmlformats.org/officeDocument/2006/relationships/tags" Target="../tags/tag57.xml"/><Relationship Id="rId3" Type="http://schemas.openxmlformats.org/officeDocument/2006/relationships/tags" Target="../tags/tag47.xml"/><Relationship Id="rId7" Type="http://schemas.openxmlformats.org/officeDocument/2006/relationships/tags" Target="../tags/tag51.xml"/><Relationship Id="rId12" Type="http://schemas.openxmlformats.org/officeDocument/2006/relationships/tags" Target="../tags/tag56.xml"/><Relationship Id="rId2" Type="http://schemas.openxmlformats.org/officeDocument/2006/relationships/tags" Target="../tags/tag46.xml"/><Relationship Id="rId16" Type="http://schemas.openxmlformats.org/officeDocument/2006/relationships/slideMaster" Target="../slideMasters/slideMaster2.xml"/><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tags" Target="../tags/tag55.xml"/><Relationship Id="rId5" Type="http://schemas.openxmlformats.org/officeDocument/2006/relationships/tags" Target="../tags/tag49.xml"/><Relationship Id="rId15" Type="http://schemas.openxmlformats.org/officeDocument/2006/relationships/tags" Target="../tags/tag59.xml"/><Relationship Id="rId10" Type="http://schemas.openxmlformats.org/officeDocument/2006/relationships/tags" Target="../tags/tag54.xml"/><Relationship Id="rId4" Type="http://schemas.openxmlformats.org/officeDocument/2006/relationships/tags" Target="../tags/tag48.xml"/><Relationship Id="rId9" Type="http://schemas.openxmlformats.org/officeDocument/2006/relationships/tags" Target="../tags/tag53.xml"/><Relationship Id="rId14" Type="http://schemas.openxmlformats.org/officeDocument/2006/relationships/tags" Target="../tags/tag58.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67.xml"/><Relationship Id="rId13" Type="http://schemas.openxmlformats.org/officeDocument/2006/relationships/tags" Target="../tags/tag72.xml"/><Relationship Id="rId3" Type="http://schemas.openxmlformats.org/officeDocument/2006/relationships/tags" Target="../tags/tag62.xml"/><Relationship Id="rId7" Type="http://schemas.openxmlformats.org/officeDocument/2006/relationships/tags" Target="../tags/tag66.xml"/><Relationship Id="rId12" Type="http://schemas.openxmlformats.org/officeDocument/2006/relationships/tags" Target="../tags/tag71.xml"/><Relationship Id="rId2" Type="http://schemas.openxmlformats.org/officeDocument/2006/relationships/tags" Target="../tags/tag61.xml"/><Relationship Id="rId16" Type="http://schemas.openxmlformats.org/officeDocument/2006/relationships/slideMaster" Target="../slideMasters/slideMaster2.xml"/><Relationship Id="rId1" Type="http://schemas.openxmlformats.org/officeDocument/2006/relationships/tags" Target="../tags/tag60.xml"/><Relationship Id="rId6" Type="http://schemas.openxmlformats.org/officeDocument/2006/relationships/tags" Target="../tags/tag65.xml"/><Relationship Id="rId11" Type="http://schemas.openxmlformats.org/officeDocument/2006/relationships/tags" Target="../tags/tag70.xml"/><Relationship Id="rId5" Type="http://schemas.openxmlformats.org/officeDocument/2006/relationships/tags" Target="../tags/tag64.xml"/><Relationship Id="rId15" Type="http://schemas.openxmlformats.org/officeDocument/2006/relationships/tags" Target="../tags/tag74.xml"/><Relationship Id="rId10" Type="http://schemas.openxmlformats.org/officeDocument/2006/relationships/tags" Target="../tags/tag69.xml"/><Relationship Id="rId4" Type="http://schemas.openxmlformats.org/officeDocument/2006/relationships/tags" Target="../tags/tag63.xml"/><Relationship Id="rId9" Type="http://schemas.openxmlformats.org/officeDocument/2006/relationships/tags" Target="../tags/tag68.xml"/><Relationship Id="rId14" Type="http://schemas.openxmlformats.org/officeDocument/2006/relationships/tags" Target="../tags/tag73.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82.xml"/><Relationship Id="rId13" Type="http://schemas.openxmlformats.org/officeDocument/2006/relationships/tags" Target="../tags/tag87.xml"/><Relationship Id="rId3" Type="http://schemas.openxmlformats.org/officeDocument/2006/relationships/tags" Target="../tags/tag77.xml"/><Relationship Id="rId7" Type="http://schemas.openxmlformats.org/officeDocument/2006/relationships/tags" Target="../tags/tag81.xml"/><Relationship Id="rId12" Type="http://schemas.openxmlformats.org/officeDocument/2006/relationships/tags" Target="../tags/tag86.xml"/><Relationship Id="rId17" Type="http://schemas.openxmlformats.org/officeDocument/2006/relationships/slideMaster" Target="../slideMasters/slideMaster2.xml"/><Relationship Id="rId2" Type="http://schemas.openxmlformats.org/officeDocument/2006/relationships/tags" Target="../tags/tag76.xml"/><Relationship Id="rId16" Type="http://schemas.openxmlformats.org/officeDocument/2006/relationships/tags" Target="../tags/tag90.xml"/><Relationship Id="rId1" Type="http://schemas.openxmlformats.org/officeDocument/2006/relationships/tags" Target="../tags/tag75.xml"/><Relationship Id="rId6" Type="http://schemas.openxmlformats.org/officeDocument/2006/relationships/tags" Target="../tags/tag80.xml"/><Relationship Id="rId11" Type="http://schemas.openxmlformats.org/officeDocument/2006/relationships/tags" Target="../tags/tag85.xml"/><Relationship Id="rId5" Type="http://schemas.openxmlformats.org/officeDocument/2006/relationships/tags" Target="../tags/tag79.xml"/><Relationship Id="rId15" Type="http://schemas.openxmlformats.org/officeDocument/2006/relationships/tags" Target="../tags/tag89.xml"/><Relationship Id="rId10" Type="http://schemas.openxmlformats.org/officeDocument/2006/relationships/tags" Target="../tags/tag84.xml"/><Relationship Id="rId4" Type="http://schemas.openxmlformats.org/officeDocument/2006/relationships/tags" Target="../tags/tag78.xml"/><Relationship Id="rId9" Type="http://schemas.openxmlformats.org/officeDocument/2006/relationships/tags" Target="../tags/tag83.xml"/><Relationship Id="rId14" Type="http://schemas.openxmlformats.org/officeDocument/2006/relationships/tags" Target="../tags/tag88.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98.xml"/><Relationship Id="rId13" Type="http://schemas.openxmlformats.org/officeDocument/2006/relationships/slideMaster" Target="../slideMasters/slideMaster2.xml"/><Relationship Id="rId3" Type="http://schemas.openxmlformats.org/officeDocument/2006/relationships/tags" Target="../tags/tag93.xml"/><Relationship Id="rId7" Type="http://schemas.openxmlformats.org/officeDocument/2006/relationships/tags" Target="../tags/tag97.xml"/><Relationship Id="rId12" Type="http://schemas.openxmlformats.org/officeDocument/2006/relationships/tags" Target="../tags/tag102.xml"/><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tags" Target="../tags/tag96.xml"/><Relationship Id="rId11" Type="http://schemas.openxmlformats.org/officeDocument/2006/relationships/tags" Target="../tags/tag101.xml"/><Relationship Id="rId5" Type="http://schemas.openxmlformats.org/officeDocument/2006/relationships/tags" Target="../tags/tag95.xml"/><Relationship Id="rId10" Type="http://schemas.openxmlformats.org/officeDocument/2006/relationships/tags" Target="../tags/tag100.xml"/><Relationship Id="rId4" Type="http://schemas.openxmlformats.org/officeDocument/2006/relationships/tags" Target="../tags/tag94.xml"/><Relationship Id="rId9" Type="http://schemas.openxmlformats.org/officeDocument/2006/relationships/tags" Target="../tags/tag99.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10.xml"/><Relationship Id="rId13" Type="http://schemas.openxmlformats.org/officeDocument/2006/relationships/tags" Target="../tags/tag115.xml"/><Relationship Id="rId3" Type="http://schemas.openxmlformats.org/officeDocument/2006/relationships/tags" Target="../tags/tag105.xml"/><Relationship Id="rId7" Type="http://schemas.openxmlformats.org/officeDocument/2006/relationships/tags" Target="../tags/tag109.xml"/><Relationship Id="rId12" Type="http://schemas.openxmlformats.org/officeDocument/2006/relationships/tags" Target="../tags/tag114.xm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tags" Target="../tags/tag113.xml"/><Relationship Id="rId5" Type="http://schemas.openxmlformats.org/officeDocument/2006/relationships/tags" Target="../tags/tag107.xml"/><Relationship Id="rId10" Type="http://schemas.openxmlformats.org/officeDocument/2006/relationships/tags" Target="../tags/tag112.xml"/><Relationship Id="rId4" Type="http://schemas.openxmlformats.org/officeDocument/2006/relationships/tags" Target="../tags/tag106.xml"/><Relationship Id="rId9" Type="http://schemas.openxmlformats.org/officeDocument/2006/relationships/tags" Target="../tags/tag111.xml"/><Relationship Id="rId14"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23.xml"/><Relationship Id="rId13" Type="http://schemas.openxmlformats.org/officeDocument/2006/relationships/slideMaster" Target="../slideMasters/slideMaster2.xml"/><Relationship Id="rId3" Type="http://schemas.openxmlformats.org/officeDocument/2006/relationships/tags" Target="../tags/tag118.xml"/><Relationship Id="rId7" Type="http://schemas.openxmlformats.org/officeDocument/2006/relationships/tags" Target="../tags/tag122.xml"/><Relationship Id="rId12" Type="http://schemas.openxmlformats.org/officeDocument/2006/relationships/tags" Target="../tags/tag127.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tags" Target="../tags/tag126.xml"/><Relationship Id="rId5" Type="http://schemas.openxmlformats.org/officeDocument/2006/relationships/tags" Target="../tags/tag120.xml"/><Relationship Id="rId10" Type="http://schemas.openxmlformats.org/officeDocument/2006/relationships/tags" Target="../tags/tag125.xml"/><Relationship Id="rId4" Type="http://schemas.openxmlformats.org/officeDocument/2006/relationships/tags" Target="../tags/tag119.xml"/><Relationship Id="rId9" Type="http://schemas.openxmlformats.org/officeDocument/2006/relationships/tags" Target="../tags/tag124.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35.xml"/><Relationship Id="rId13" Type="http://schemas.openxmlformats.org/officeDocument/2006/relationships/tags" Target="../tags/tag140.xml"/><Relationship Id="rId3" Type="http://schemas.openxmlformats.org/officeDocument/2006/relationships/tags" Target="../tags/tag130.xml"/><Relationship Id="rId7" Type="http://schemas.openxmlformats.org/officeDocument/2006/relationships/tags" Target="../tags/tag134.xml"/><Relationship Id="rId12" Type="http://schemas.openxmlformats.org/officeDocument/2006/relationships/tags" Target="../tags/tag139.xml"/><Relationship Id="rId17" Type="http://schemas.openxmlformats.org/officeDocument/2006/relationships/slideMaster" Target="../slideMasters/slideMaster2.xml"/><Relationship Id="rId2" Type="http://schemas.openxmlformats.org/officeDocument/2006/relationships/tags" Target="../tags/tag129.xml"/><Relationship Id="rId16" Type="http://schemas.openxmlformats.org/officeDocument/2006/relationships/tags" Target="../tags/tag143.xml"/><Relationship Id="rId1" Type="http://schemas.openxmlformats.org/officeDocument/2006/relationships/tags" Target="../tags/tag128.xml"/><Relationship Id="rId6" Type="http://schemas.openxmlformats.org/officeDocument/2006/relationships/tags" Target="../tags/tag133.xml"/><Relationship Id="rId11" Type="http://schemas.openxmlformats.org/officeDocument/2006/relationships/tags" Target="../tags/tag138.xml"/><Relationship Id="rId5" Type="http://schemas.openxmlformats.org/officeDocument/2006/relationships/tags" Target="../tags/tag132.xml"/><Relationship Id="rId15" Type="http://schemas.openxmlformats.org/officeDocument/2006/relationships/tags" Target="../tags/tag142.xml"/><Relationship Id="rId10" Type="http://schemas.openxmlformats.org/officeDocument/2006/relationships/tags" Target="../tags/tag137.xml"/><Relationship Id="rId4" Type="http://schemas.openxmlformats.org/officeDocument/2006/relationships/tags" Target="../tags/tag131.xml"/><Relationship Id="rId9" Type="http://schemas.openxmlformats.org/officeDocument/2006/relationships/tags" Target="../tags/tag136.xml"/><Relationship Id="rId14" Type="http://schemas.openxmlformats.org/officeDocument/2006/relationships/tags" Target="../tags/tag141.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51.xml"/><Relationship Id="rId13" Type="http://schemas.openxmlformats.org/officeDocument/2006/relationships/tags" Target="../tags/tag156.xml"/><Relationship Id="rId18" Type="http://schemas.openxmlformats.org/officeDocument/2006/relationships/tags" Target="../tags/tag161.xml"/><Relationship Id="rId3" Type="http://schemas.openxmlformats.org/officeDocument/2006/relationships/tags" Target="../tags/tag146.xml"/><Relationship Id="rId7" Type="http://schemas.openxmlformats.org/officeDocument/2006/relationships/tags" Target="../tags/tag150.xml"/><Relationship Id="rId12" Type="http://schemas.openxmlformats.org/officeDocument/2006/relationships/tags" Target="../tags/tag155.xml"/><Relationship Id="rId17" Type="http://schemas.openxmlformats.org/officeDocument/2006/relationships/tags" Target="../tags/tag160.xml"/><Relationship Id="rId2" Type="http://schemas.openxmlformats.org/officeDocument/2006/relationships/tags" Target="../tags/tag145.xml"/><Relationship Id="rId16" Type="http://schemas.openxmlformats.org/officeDocument/2006/relationships/tags" Target="../tags/tag159.xml"/><Relationship Id="rId20" Type="http://schemas.openxmlformats.org/officeDocument/2006/relationships/slideMaster" Target="../slideMasters/slideMaster2.xml"/><Relationship Id="rId1" Type="http://schemas.openxmlformats.org/officeDocument/2006/relationships/tags" Target="../tags/tag144.xml"/><Relationship Id="rId6" Type="http://schemas.openxmlformats.org/officeDocument/2006/relationships/tags" Target="../tags/tag149.xml"/><Relationship Id="rId11" Type="http://schemas.openxmlformats.org/officeDocument/2006/relationships/tags" Target="../tags/tag154.xml"/><Relationship Id="rId5" Type="http://schemas.openxmlformats.org/officeDocument/2006/relationships/tags" Target="../tags/tag148.xml"/><Relationship Id="rId15" Type="http://schemas.openxmlformats.org/officeDocument/2006/relationships/tags" Target="../tags/tag158.xml"/><Relationship Id="rId10" Type="http://schemas.openxmlformats.org/officeDocument/2006/relationships/tags" Target="../tags/tag153.xml"/><Relationship Id="rId19" Type="http://schemas.openxmlformats.org/officeDocument/2006/relationships/tags" Target="../tags/tag162.xml"/><Relationship Id="rId4" Type="http://schemas.openxmlformats.org/officeDocument/2006/relationships/tags" Target="../tags/tag147.xml"/><Relationship Id="rId9" Type="http://schemas.openxmlformats.org/officeDocument/2006/relationships/tags" Target="../tags/tag152.xml"/><Relationship Id="rId14" Type="http://schemas.openxmlformats.org/officeDocument/2006/relationships/tags" Target="../tags/tag157.xml"/></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170.xml"/><Relationship Id="rId13" Type="http://schemas.openxmlformats.org/officeDocument/2006/relationships/tags" Target="../tags/tag175.xml"/><Relationship Id="rId18" Type="http://schemas.openxmlformats.org/officeDocument/2006/relationships/tags" Target="../tags/tag180.xml"/><Relationship Id="rId3" Type="http://schemas.openxmlformats.org/officeDocument/2006/relationships/tags" Target="../tags/tag165.xml"/><Relationship Id="rId21" Type="http://schemas.openxmlformats.org/officeDocument/2006/relationships/tags" Target="../tags/tag183.xml"/><Relationship Id="rId7" Type="http://schemas.openxmlformats.org/officeDocument/2006/relationships/tags" Target="../tags/tag169.xml"/><Relationship Id="rId12" Type="http://schemas.openxmlformats.org/officeDocument/2006/relationships/tags" Target="../tags/tag174.xml"/><Relationship Id="rId17" Type="http://schemas.openxmlformats.org/officeDocument/2006/relationships/tags" Target="../tags/tag179.xml"/><Relationship Id="rId2" Type="http://schemas.openxmlformats.org/officeDocument/2006/relationships/tags" Target="../tags/tag164.xml"/><Relationship Id="rId16" Type="http://schemas.openxmlformats.org/officeDocument/2006/relationships/tags" Target="../tags/tag178.xml"/><Relationship Id="rId20" Type="http://schemas.openxmlformats.org/officeDocument/2006/relationships/tags" Target="../tags/tag182.xml"/><Relationship Id="rId1" Type="http://schemas.openxmlformats.org/officeDocument/2006/relationships/tags" Target="../tags/tag163.xml"/><Relationship Id="rId6" Type="http://schemas.openxmlformats.org/officeDocument/2006/relationships/tags" Target="../tags/tag168.xml"/><Relationship Id="rId11" Type="http://schemas.openxmlformats.org/officeDocument/2006/relationships/tags" Target="../tags/tag173.xml"/><Relationship Id="rId24" Type="http://schemas.openxmlformats.org/officeDocument/2006/relationships/slideMaster" Target="../slideMasters/slideMaster2.xml"/><Relationship Id="rId5" Type="http://schemas.openxmlformats.org/officeDocument/2006/relationships/tags" Target="../tags/tag167.xml"/><Relationship Id="rId15" Type="http://schemas.openxmlformats.org/officeDocument/2006/relationships/tags" Target="../tags/tag177.xml"/><Relationship Id="rId23" Type="http://schemas.openxmlformats.org/officeDocument/2006/relationships/tags" Target="../tags/tag185.xml"/><Relationship Id="rId10" Type="http://schemas.openxmlformats.org/officeDocument/2006/relationships/tags" Target="../tags/tag172.xml"/><Relationship Id="rId19" Type="http://schemas.openxmlformats.org/officeDocument/2006/relationships/tags" Target="../tags/tag181.xml"/><Relationship Id="rId4" Type="http://schemas.openxmlformats.org/officeDocument/2006/relationships/tags" Target="../tags/tag166.xml"/><Relationship Id="rId9" Type="http://schemas.openxmlformats.org/officeDocument/2006/relationships/tags" Target="../tags/tag171.xml"/><Relationship Id="rId14" Type="http://schemas.openxmlformats.org/officeDocument/2006/relationships/tags" Target="../tags/tag176.xml"/><Relationship Id="rId22" Type="http://schemas.openxmlformats.org/officeDocument/2006/relationships/tags" Target="../tags/tag184.xml"/></Relationships>
</file>

<file path=ppt/slideLayouts/_rels/slideLayout20.xml.rels><?xml version="1.0" encoding="UTF-8" standalone="yes"?>
<Relationships xmlns="http://schemas.openxmlformats.org/package/2006/relationships"><Relationship Id="rId8" Type="http://schemas.openxmlformats.org/officeDocument/2006/relationships/tags" Target="../tags/tag193.xml"/><Relationship Id="rId3" Type="http://schemas.openxmlformats.org/officeDocument/2006/relationships/tags" Target="../tags/tag188.xml"/><Relationship Id="rId7" Type="http://schemas.openxmlformats.org/officeDocument/2006/relationships/tags" Target="../tags/tag192.xml"/><Relationship Id="rId12" Type="http://schemas.openxmlformats.org/officeDocument/2006/relationships/slideMaster" Target="../slideMasters/slideMaster2.xml"/><Relationship Id="rId2" Type="http://schemas.openxmlformats.org/officeDocument/2006/relationships/tags" Target="../tags/tag187.xml"/><Relationship Id="rId1" Type="http://schemas.openxmlformats.org/officeDocument/2006/relationships/tags" Target="../tags/tag186.xml"/><Relationship Id="rId6" Type="http://schemas.openxmlformats.org/officeDocument/2006/relationships/tags" Target="../tags/tag191.xml"/><Relationship Id="rId11" Type="http://schemas.openxmlformats.org/officeDocument/2006/relationships/tags" Target="../tags/tag196.xml"/><Relationship Id="rId5" Type="http://schemas.openxmlformats.org/officeDocument/2006/relationships/tags" Target="../tags/tag190.xml"/><Relationship Id="rId10" Type="http://schemas.openxmlformats.org/officeDocument/2006/relationships/tags" Target="../tags/tag195.xml"/><Relationship Id="rId4" Type="http://schemas.openxmlformats.org/officeDocument/2006/relationships/tags" Target="../tags/tag189.xml"/><Relationship Id="rId9" Type="http://schemas.openxmlformats.org/officeDocument/2006/relationships/tags" Target="../tags/tag194.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204.xml"/><Relationship Id="rId13" Type="http://schemas.openxmlformats.org/officeDocument/2006/relationships/tags" Target="../tags/tag209.xml"/><Relationship Id="rId18" Type="http://schemas.openxmlformats.org/officeDocument/2006/relationships/tags" Target="../tags/tag214.xml"/><Relationship Id="rId3" Type="http://schemas.openxmlformats.org/officeDocument/2006/relationships/tags" Target="../tags/tag199.xml"/><Relationship Id="rId7" Type="http://schemas.openxmlformats.org/officeDocument/2006/relationships/tags" Target="../tags/tag203.xml"/><Relationship Id="rId12" Type="http://schemas.openxmlformats.org/officeDocument/2006/relationships/tags" Target="../tags/tag208.xml"/><Relationship Id="rId17" Type="http://schemas.openxmlformats.org/officeDocument/2006/relationships/tags" Target="../tags/tag213.xml"/><Relationship Id="rId2" Type="http://schemas.openxmlformats.org/officeDocument/2006/relationships/tags" Target="../tags/tag198.xml"/><Relationship Id="rId16" Type="http://schemas.openxmlformats.org/officeDocument/2006/relationships/tags" Target="../tags/tag212.xml"/><Relationship Id="rId20" Type="http://schemas.openxmlformats.org/officeDocument/2006/relationships/slideMaster" Target="../slideMasters/slideMaster2.xml"/><Relationship Id="rId1" Type="http://schemas.openxmlformats.org/officeDocument/2006/relationships/tags" Target="../tags/tag197.xml"/><Relationship Id="rId6" Type="http://schemas.openxmlformats.org/officeDocument/2006/relationships/tags" Target="../tags/tag202.xml"/><Relationship Id="rId11" Type="http://schemas.openxmlformats.org/officeDocument/2006/relationships/tags" Target="../tags/tag207.xml"/><Relationship Id="rId5" Type="http://schemas.openxmlformats.org/officeDocument/2006/relationships/tags" Target="../tags/tag201.xml"/><Relationship Id="rId15" Type="http://schemas.openxmlformats.org/officeDocument/2006/relationships/tags" Target="../tags/tag211.xml"/><Relationship Id="rId10" Type="http://schemas.openxmlformats.org/officeDocument/2006/relationships/tags" Target="../tags/tag206.xml"/><Relationship Id="rId19" Type="http://schemas.openxmlformats.org/officeDocument/2006/relationships/tags" Target="../tags/tag215.xml"/><Relationship Id="rId4" Type="http://schemas.openxmlformats.org/officeDocument/2006/relationships/tags" Target="../tags/tag200.xml"/><Relationship Id="rId9" Type="http://schemas.openxmlformats.org/officeDocument/2006/relationships/tags" Target="../tags/tag205.xml"/><Relationship Id="rId14" Type="http://schemas.openxmlformats.org/officeDocument/2006/relationships/tags" Target="../tags/tag210.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223.xml"/><Relationship Id="rId13" Type="http://schemas.openxmlformats.org/officeDocument/2006/relationships/tags" Target="../tags/tag228.xml"/><Relationship Id="rId3" Type="http://schemas.openxmlformats.org/officeDocument/2006/relationships/tags" Target="../tags/tag218.xml"/><Relationship Id="rId7" Type="http://schemas.openxmlformats.org/officeDocument/2006/relationships/tags" Target="../tags/tag222.xml"/><Relationship Id="rId12" Type="http://schemas.openxmlformats.org/officeDocument/2006/relationships/tags" Target="../tags/tag227.xml"/><Relationship Id="rId2" Type="http://schemas.openxmlformats.org/officeDocument/2006/relationships/tags" Target="../tags/tag217.xml"/><Relationship Id="rId16" Type="http://schemas.openxmlformats.org/officeDocument/2006/relationships/slideMaster" Target="../slideMasters/slideMaster2.xml"/><Relationship Id="rId1" Type="http://schemas.openxmlformats.org/officeDocument/2006/relationships/tags" Target="../tags/tag216.xml"/><Relationship Id="rId6" Type="http://schemas.openxmlformats.org/officeDocument/2006/relationships/tags" Target="../tags/tag221.xml"/><Relationship Id="rId11" Type="http://schemas.openxmlformats.org/officeDocument/2006/relationships/tags" Target="../tags/tag226.xml"/><Relationship Id="rId5" Type="http://schemas.openxmlformats.org/officeDocument/2006/relationships/tags" Target="../tags/tag220.xml"/><Relationship Id="rId15" Type="http://schemas.openxmlformats.org/officeDocument/2006/relationships/tags" Target="../tags/tag230.xml"/><Relationship Id="rId10" Type="http://schemas.openxmlformats.org/officeDocument/2006/relationships/tags" Target="../tags/tag225.xml"/><Relationship Id="rId4" Type="http://schemas.openxmlformats.org/officeDocument/2006/relationships/tags" Target="../tags/tag219.xml"/><Relationship Id="rId9" Type="http://schemas.openxmlformats.org/officeDocument/2006/relationships/tags" Target="../tags/tag224.xml"/><Relationship Id="rId14" Type="http://schemas.openxmlformats.org/officeDocument/2006/relationships/tags" Target="../tags/tag229.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238.xml"/><Relationship Id="rId13" Type="http://schemas.openxmlformats.org/officeDocument/2006/relationships/tags" Target="../tags/tag243.xml"/><Relationship Id="rId3" Type="http://schemas.openxmlformats.org/officeDocument/2006/relationships/tags" Target="../tags/tag233.xml"/><Relationship Id="rId7" Type="http://schemas.openxmlformats.org/officeDocument/2006/relationships/tags" Target="../tags/tag237.xml"/><Relationship Id="rId12" Type="http://schemas.openxmlformats.org/officeDocument/2006/relationships/tags" Target="../tags/tag242.xml"/><Relationship Id="rId2" Type="http://schemas.openxmlformats.org/officeDocument/2006/relationships/tags" Target="../tags/tag232.xml"/><Relationship Id="rId1" Type="http://schemas.openxmlformats.org/officeDocument/2006/relationships/tags" Target="../tags/tag231.xml"/><Relationship Id="rId6" Type="http://schemas.openxmlformats.org/officeDocument/2006/relationships/tags" Target="../tags/tag236.xml"/><Relationship Id="rId11" Type="http://schemas.openxmlformats.org/officeDocument/2006/relationships/tags" Target="../tags/tag241.xml"/><Relationship Id="rId5" Type="http://schemas.openxmlformats.org/officeDocument/2006/relationships/tags" Target="../tags/tag235.xml"/><Relationship Id="rId10" Type="http://schemas.openxmlformats.org/officeDocument/2006/relationships/tags" Target="../tags/tag240.xml"/><Relationship Id="rId4" Type="http://schemas.openxmlformats.org/officeDocument/2006/relationships/tags" Target="../tags/tag234.xml"/><Relationship Id="rId9" Type="http://schemas.openxmlformats.org/officeDocument/2006/relationships/tags" Target="../tags/tag239.xml"/><Relationship Id="rId14"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251.xml"/><Relationship Id="rId13" Type="http://schemas.openxmlformats.org/officeDocument/2006/relationships/tags" Target="../tags/tag256.xml"/><Relationship Id="rId18" Type="http://schemas.openxmlformats.org/officeDocument/2006/relationships/tags" Target="../tags/tag261.xml"/><Relationship Id="rId3" Type="http://schemas.openxmlformats.org/officeDocument/2006/relationships/tags" Target="../tags/tag246.xml"/><Relationship Id="rId7" Type="http://schemas.openxmlformats.org/officeDocument/2006/relationships/tags" Target="../tags/tag250.xml"/><Relationship Id="rId12" Type="http://schemas.openxmlformats.org/officeDocument/2006/relationships/tags" Target="../tags/tag255.xml"/><Relationship Id="rId17" Type="http://schemas.openxmlformats.org/officeDocument/2006/relationships/tags" Target="../tags/tag260.xml"/><Relationship Id="rId2" Type="http://schemas.openxmlformats.org/officeDocument/2006/relationships/tags" Target="../tags/tag245.xml"/><Relationship Id="rId16" Type="http://schemas.openxmlformats.org/officeDocument/2006/relationships/tags" Target="../tags/tag259.xml"/><Relationship Id="rId20" Type="http://schemas.openxmlformats.org/officeDocument/2006/relationships/slideMaster" Target="../slideMasters/slideMaster2.xml"/><Relationship Id="rId1" Type="http://schemas.openxmlformats.org/officeDocument/2006/relationships/tags" Target="../tags/tag244.xml"/><Relationship Id="rId6" Type="http://schemas.openxmlformats.org/officeDocument/2006/relationships/tags" Target="../tags/tag249.xml"/><Relationship Id="rId11" Type="http://schemas.openxmlformats.org/officeDocument/2006/relationships/tags" Target="../tags/tag254.xml"/><Relationship Id="rId5" Type="http://schemas.openxmlformats.org/officeDocument/2006/relationships/tags" Target="../tags/tag248.xml"/><Relationship Id="rId15" Type="http://schemas.openxmlformats.org/officeDocument/2006/relationships/tags" Target="../tags/tag258.xml"/><Relationship Id="rId10" Type="http://schemas.openxmlformats.org/officeDocument/2006/relationships/tags" Target="../tags/tag253.xml"/><Relationship Id="rId19" Type="http://schemas.openxmlformats.org/officeDocument/2006/relationships/tags" Target="../tags/tag262.xml"/><Relationship Id="rId4" Type="http://schemas.openxmlformats.org/officeDocument/2006/relationships/tags" Target="../tags/tag247.xml"/><Relationship Id="rId9" Type="http://schemas.openxmlformats.org/officeDocument/2006/relationships/tags" Target="../tags/tag252.xml"/><Relationship Id="rId14" Type="http://schemas.openxmlformats.org/officeDocument/2006/relationships/tags" Target="../tags/tag257.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270.xml"/><Relationship Id="rId13" Type="http://schemas.openxmlformats.org/officeDocument/2006/relationships/slideMaster" Target="../slideMasters/slideMaster2.xml"/><Relationship Id="rId3" Type="http://schemas.openxmlformats.org/officeDocument/2006/relationships/tags" Target="../tags/tag265.xml"/><Relationship Id="rId7" Type="http://schemas.openxmlformats.org/officeDocument/2006/relationships/tags" Target="../tags/tag269.xml"/><Relationship Id="rId12" Type="http://schemas.openxmlformats.org/officeDocument/2006/relationships/tags" Target="../tags/tag274.xml"/><Relationship Id="rId2" Type="http://schemas.openxmlformats.org/officeDocument/2006/relationships/tags" Target="../tags/tag264.xml"/><Relationship Id="rId1" Type="http://schemas.openxmlformats.org/officeDocument/2006/relationships/tags" Target="../tags/tag263.xml"/><Relationship Id="rId6" Type="http://schemas.openxmlformats.org/officeDocument/2006/relationships/tags" Target="../tags/tag268.xml"/><Relationship Id="rId11" Type="http://schemas.openxmlformats.org/officeDocument/2006/relationships/tags" Target="../tags/tag273.xml"/><Relationship Id="rId5" Type="http://schemas.openxmlformats.org/officeDocument/2006/relationships/tags" Target="../tags/tag267.xml"/><Relationship Id="rId10" Type="http://schemas.openxmlformats.org/officeDocument/2006/relationships/tags" Target="../tags/tag272.xml"/><Relationship Id="rId4" Type="http://schemas.openxmlformats.org/officeDocument/2006/relationships/tags" Target="../tags/tag266.xml"/><Relationship Id="rId9" Type="http://schemas.openxmlformats.org/officeDocument/2006/relationships/tags" Target="../tags/tag271.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282.xml"/><Relationship Id="rId3" Type="http://schemas.openxmlformats.org/officeDocument/2006/relationships/tags" Target="../tags/tag277.xml"/><Relationship Id="rId7" Type="http://schemas.openxmlformats.org/officeDocument/2006/relationships/tags" Target="../tags/tag281.xml"/><Relationship Id="rId2" Type="http://schemas.openxmlformats.org/officeDocument/2006/relationships/tags" Target="../tags/tag276.xml"/><Relationship Id="rId1" Type="http://schemas.openxmlformats.org/officeDocument/2006/relationships/tags" Target="../tags/tag275.xml"/><Relationship Id="rId6" Type="http://schemas.openxmlformats.org/officeDocument/2006/relationships/tags" Target="../tags/tag280.xml"/><Relationship Id="rId11" Type="http://schemas.openxmlformats.org/officeDocument/2006/relationships/slideMaster" Target="../slideMasters/slideMaster2.xml"/><Relationship Id="rId5" Type="http://schemas.openxmlformats.org/officeDocument/2006/relationships/tags" Target="../tags/tag279.xml"/><Relationship Id="rId10" Type="http://schemas.openxmlformats.org/officeDocument/2006/relationships/tags" Target="../tags/tag284.xml"/><Relationship Id="rId4" Type="http://schemas.openxmlformats.org/officeDocument/2006/relationships/tags" Target="../tags/tag278.xml"/><Relationship Id="rId9" Type="http://schemas.openxmlformats.org/officeDocument/2006/relationships/tags" Target="../tags/tag283.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292.xml"/><Relationship Id="rId13" Type="http://schemas.openxmlformats.org/officeDocument/2006/relationships/tags" Target="../tags/tag297.xml"/><Relationship Id="rId3" Type="http://schemas.openxmlformats.org/officeDocument/2006/relationships/tags" Target="../tags/tag287.xml"/><Relationship Id="rId7" Type="http://schemas.openxmlformats.org/officeDocument/2006/relationships/tags" Target="../tags/tag291.xml"/><Relationship Id="rId12" Type="http://schemas.openxmlformats.org/officeDocument/2006/relationships/tags" Target="../tags/tag296.xml"/><Relationship Id="rId2" Type="http://schemas.openxmlformats.org/officeDocument/2006/relationships/tags" Target="../tags/tag286.xml"/><Relationship Id="rId1" Type="http://schemas.openxmlformats.org/officeDocument/2006/relationships/tags" Target="../tags/tag285.xml"/><Relationship Id="rId6" Type="http://schemas.openxmlformats.org/officeDocument/2006/relationships/tags" Target="../tags/tag290.xml"/><Relationship Id="rId11" Type="http://schemas.openxmlformats.org/officeDocument/2006/relationships/tags" Target="../tags/tag295.xml"/><Relationship Id="rId5" Type="http://schemas.openxmlformats.org/officeDocument/2006/relationships/tags" Target="../tags/tag289.xml"/><Relationship Id="rId10" Type="http://schemas.openxmlformats.org/officeDocument/2006/relationships/tags" Target="../tags/tag294.xml"/><Relationship Id="rId4" Type="http://schemas.openxmlformats.org/officeDocument/2006/relationships/tags" Target="../tags/tag288.xml"/><Relationship Id="rId9" Type="http://schemas.openxmlformats.org/officeDocument/2006/relationships/tags" Target="../tags/tag293.xml"/><Relationship Id="rId14"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305.xml"/><Relationship Id="rId13" Type="http://schemas.openxmlformats.org/officeDocument/2006/relationships/tags" Target="../tags/tag310.xml"/><Relationship Id="rId3" Type="http://schemas.openxmlformats.org/officeDocument/2006/relationships/tags" Target="../tags/tag300.xml"/><Relationship Id="rId7" Type="http://schemas.openxmlformats.org/officeDocument/2006/relationships/tags" Target="../tags/tag304.xml"/><Relationship Id="rId12" Type="http://schemas.openxmlformats.org/officeDocument/2006/relationships/tags" Target="../tags/tag309.xml"/><Relationship Id="rId17" Type="http://schemas.openxmlformats.org/officeDocument/2006/relationships/slideMaster" Target="../slideMasters/slideMaster2.xml"/><Relationship Id="rId2" Type="http://schemas.openxmlformats.org/officeDocument/2006/relationships/tags" Target="../tags/tag299.xml"/><Relationship Id="rId16" Type="http://schemas.openxmlformats.org/officeDocument/2006/relationships/tags" Target="../tags/tag313.xml"/><Relationship Id="rId1" Type="http://schemas.openxmlformats.org/officeDocument/2006/relationships/tags" Target="../tags/tag298.xml"/><Relationship Id="rId6" Type="http://schemas.openxmlformats.org/officeDocument/2006/relationships/tags" Target="../tags/tag303.xml"/><Relationship Id="rId11" Type="http://schemas.openxmlformats.org/officeDocument/2006/relationships/tags" Target="../tags/tag308.xml"/><Relationship Id="rId5" Type="http://schemas.openxmlformats.org/officeDocument/2006/relationships/tags" Target="../tags/tag302.xml"/><Relationship Id="rId15" Type="http://schemas.openxmlformats.org/officeDocument/2006/relationships/tags" Target="../tags/tag312.xml"/><Relationship Id="rId10" Type="http://schemas.openxmlformats.org/officeDocument/2006/relationships/tags" Target="../tags/tag307.xml"/><Relationship Id="rId4" Type="http://schemas.openxmlformats.org/officeDocument/2006/relationships/tags" Target="../tags/tag301.xml"/><Relationship Id="rId9" Type="http://schemas.openxmlformats.org/officeDocument/2006/relationships/tags" Target="../tags/tag306.xml"/><Relationship Id="rId14" Type="http://schemas.openxmlformats.org/officeDocument/2006/relationships/tags" Target="../tags/tag311.xml"/></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316.xml"/><Relationship Id="rId2" Type="http://schemas.openxmlformats.org/officeDocument/2006/relationships/tags" Target="../tags/tag315.xml"/><Relationship Id="rId1" Type="http://schemas.openxmlformats.org/officeDocument/2006/relationships/tags" Target="../tags/tag314.xml"/><Relationship Id="rId5" Type="http://schemas.openxmlformats.org/officeDocument/2006/relationships/slideMaster" Target="../slideMasters/slideMaster2.xml"/><Relationship Id="rId4" Type="http://schemas.openxmlformats.org/officeDocument/2006/relationships/tags" Target="../tags/tag317.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325.xml"/><Relationship Id="rId3" Type="http://schemas.openxmlformats.org/officeDocument/2006/relationships/tags" Target="../tags/tag320.xml"/><Relationship Id="rId7" Type="http://schemas.openxmlformats.org/officeDocument/2006/relationships/tags" Target="../tags/tag324.xml"/><Relationship Id="rId12" Type="http://schemas.openxmlformats.org/officeDocument/2006/relationships/slideMaster" Target="../slideMasters/slideMaster2.xml"/><Relationship Id="rId2" Type="http://schemas.openxmlformats.org/officeDocument/2006/relationships/tags" Target="../tags/tag319.xml"/><Relationship Id="rId1" Type="http://schemas.openxmlformats.org/officeDocument/2006/relationships/tags" Target="../tags/tag318.xml"/><Relationship Id="rId6" Type="http://schemas.openxmlformats.org/officeDocument/2006/relationships/tags" Target="../tags/tag323.xml"/><Relationship Id="rId11" Type="http://schemas.openxmlformats.org/officeDocument/2006/relationships/tags" Target="../tags/tag328.xml"/><Relationship Id="rId5" Type="http://schemas.openxmlformats.org/officeDocument/2006/relationships/tags" Target="../tags/tag322.xml"/><Relationship Id="rId10" Type="http://schemas.openxmlformats.org/officeDocument/2006/relationships/tags" Target="../tags/tag327.xml"/><Relationship Id="rId4" Type="http://schemas.openxmlformats.org/officeDocument/2006/relationships/tags" Target="../tags/tag321.xml"/><Relationship Id="rId9" Type="http://schemas.openxmlformats.org/officeDocument/2006/relationships/tags" Target="../tags/tag326.xml"/></Relationships>
</file>

<file path=ppt/slideLayouts/_rels/slideLayout31.xml.rels><?xml version="1.0" encoding="UTF-8" standalone="yes"?>
<Relationships xmlns="http://schemas.openxmlformats.org/package/2006/relationships"><Relationship Id="rId3" Type="http://schemas.openxmlformats.org/officeDocument/2006/relationships/tags" Target="../tags/tag331.xml"/><Relationship Id="rId7" Type="http://schemas.openxmlformats.org/officeDocument/2006/relationships/slideMaster" Target="../slideMasters/slideMaster2.xml"/><Relationship Id="rId2" Type="http://schemas.openxmlformats.org/officeDocument/2006/relationships/tags" Target="../tags/tag330.xml"/><Relationship Id="rId1" Type="http://schemas.openxmlformats.org/officeDocument/2006/relationships/tags" Target="../tags/tag329.xml"/><Relationship Id="rId6" Type="http://schemas.openxmlformats.org/officeDocument/2006/relationships/tags" Target="../tags/tag334.xml"/><Relationship Id="rId5" Type="http://schemas.openxmlformats.org/officeDocument/2006/relationships/tags" Target="../tags/tag333.xml"/><Relationship Id="rId4" Type="http://schemas.openxmlformats.org/officeDocument/2006/relationships/tags" Target="../tags/tag332.xml"/></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342.xml"/><Relationship Id="rId3" Type="http://schemas.openxmlformats.org/officeDocument/2006/relationships/tags" Target="../tags/tag337.xml"/><Relationship Id="rId7" Type="http://schemas.openxmlformats.org/officeDocument/2006/relationships/tags" Target="../tags/tag341.xml"/><Relationship Id="rId2" Type="http://schemas.openxmlformats.org/officeDocument/2006/relationships/tags" Target="../tags/tag336.xml"/><Relationship Id="rId1" Type="http://schemas.openxmlformats.org/officeDocument/2006/relationships/tags" Target="../tags/tag335.xml"/><Relationship Id="rId6" Type="http://schemas.openxmlformats.org/officeDocument/2006/relationships/tags" Target="../tags/tag340.xml"/><Relationship Id="rId5" Type="http://schemas.openxmlformats.org/officeDocument/2006/relationships/tags" Target="../tags/tag339.xml"/><Relationship Id="rId4" Type="http://schemas.openxmlformats.org/officeDocument/2006/relationships/tags" Target="../tags/tag338.xml"/><Relationship Id="rId9"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345.xml"/><Relationship Id="rId2" Type="http://schemas.openxmlformats.org/officeDocument/2006/relationships/tags" Target="../tags/tag344.xml"/><Relationship Id="rId1" Type="http://schemas.openxmlformats.org/officeDocument/2006/relationships/tags" Target="../tags/tag343.xml"/><Relationship Id="rId5" Type="http://schemas.openxmlformats.org/officeDocument/2006/relationships/slideMaster" Target="../slideMasters/slideMaster2.xml"/><Relationship Id="rId4" Type="http://schemas.openxmlformats.org/officeDocument/2006/relationships/tags" Target="../tags/tag346.xml"/></Relationships>
</file>

<file path=ppt/slideLayouts/_rels/slideLayout34.xml.rels><?xml version="1.0" encoding="UTF-8" standalone="yes"?>
<Relationships xmlns="http://schemas.openxmlformats.org/package/2006/relationships"><Relationship Id="rId3" Type="http://schemas.openxmlformats.org/officeDocument/2006/relationships/tags" Target="../tags/tag349.xml"/><Relationship Id="rId2" Type="http://schemas.openxmlformats.org/officeDocument/2006/relationships/tags" Target="../tags/tag348.xml"/><Relationship Id="rId1" Type="http://schemas.openxmlformats.org/officeDocument/2006/relationships/tags" Target="../tags/tag347.xml"/><Relationship Id="rId4"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tags" Target="../tags/tag352.xml"/><Relationship Id="rId2" Type="http://schemas.openxmlformats.org/officeDocument/2006/relationships/tags" Target="../tags/tag351.xml"/><Relationship Id="rId1" Type="http://schemas.openxmlformats.org/officeDocument/2006/relationships/tags" Target="../tags/tag350.xml"/><Relationship Id="rId5" Type="http://schemas.openxmlformats.org/officeDocument/2006/relationships/slideMaster" Target="../slideMasters/slideMaster2.xml"/><Relationship Id="rId4" Type="http://schemas.openxmlformats.org/officeDocument/2006/relationships/tags" Target="../tags/tag353.xml"/></Relationships>
</file>

<file path=ppt/slideLayouts/_rels/slideLayout36.xml.rels><?xml version="1.0" encoding="UTF-8" standalone="yes"?>
<Relationships xmlns="http://schemas.openxmlformats.org/package/2006/relationships"><Relationship Id="rId3" Type="http://schemas.openxmlformats.org/officeDocument/2006/relationships/tags" Target="../tags/tag356.xml"/><Relationship Id="rId2" Type="http://schemas.openxmlformats.org/officeDocument/2006/relationships/tags" Target="../tags/tag355.xml"/><Relationship Id="rId1" Type="http://schemas.openxmlformats.org/officeDocument/2006/relationships/tags" Target="../tags/tag354.xml"/><Relationship Id="rId6" Type="http://schemas.openxmlformats.org/officeDocument/2006/relationships/slideMaster" Target="../slideMasters/slideMaster2.xml"/><Relationship Id="rId5" Type="http://schemas.openxmlformats.org/officeDocument/2006/relationships/tags" Target="../tags/tag358.xml"/><Relationship Id="rId4" Type="http://schemas.openxmlformats.org/officeDocument/2006/relationships/tags" Target="../tags/tag357.xml"/></Relationships>
</file>

<file path=ppt/slideLayouts/_rels/slideLayout37.xml.rels><?xml version="1.0" encoding="UTF-8" standalone="yes"?>
<Relationships xmlns="http://schemas.openxmlformats.org/package/2006/relationships"><Relationship Id="rId8" Type="http://schemas.openxmlformats.org/officeDocument/2006/relationships/tags" Target="../tags/tag366.xml"/><Relationship Id="rId13" Type="http://schemas.openxmlformats.org/officeDocument/2006/relationships/tags" Target="../tags/tag371.xml"/><Relationship Id="rId18" Type="http://schemas.openxmlformats.org/officeDocument/2006/relationships/image" Target="../media/image7.svg"/><Relationship Id="rId3" Type="http://schemas.openxmlformats.org/officeDocument/2006/relationships/tags" Target="../tags/tag361.xml"/><Relationship Id="rId21" Type="http://schemas.openxmlformats.org/officeDocument/2006/relationships/image" Target="../media/image10.png"/><Relationship Id="rId7" Type="http://schemas.openxmlformats.org/officeDocument/2006/relationships/tags" Target="../tags/tag365.xml"/><Relationship Id="rId12" Type="http://schemas.openxmlformats.org/officeDocument/2006/relationships/tags" Target="../tags/tag370.xml"/><Relationship Id="rId17" Type="http://schemas.openxmlformats.org/officeDocument/2006/relationships/image" Target="../media/image6.png"/><Relationship Id="rId2" Type="http://schemas.openxmlformats.org/officeDocument/2006/relationships/tags" Target="../tags/tag360.xml"/><Relationship Id="rId16" Type="http://schemas.openxmlformats.org/officeDocument/2006/relationships/slideMaster" Target="../slideMasters/slideMaster2.xml"/><Relationship Id="rId20" Type="http://schemas.openxmlformats.org/officeDocument/2006/relationships/image" Target="../media/image9.svg"/><Relationship Id="rId1" Type="http://schemas.openxmlformats.org/officeDocument/2006/relationships/tags" Target="../tags/tag359.xml"/><Relationship Id="rId6" Type="http://schemas.openxmlformats.org/officeDocument/2006/relationships/tags" Target="../tags/tag364.xml"/><Relationship Id="rId11" Type="http://schemas.openxmlformats.org/officeDocument/2006/relationships/tags" Target="../tags/tag369.xml"/><Relationship Id="rId24" Type="http://schemas.openxmlformats.org/officeDocument/2006/relationships/image" Target="../media/image13.svg"/><Relationship Id="rId5" Type="http://schemas.openxmlformats.org/officeDocument/2006/relationships/tags" Target="../tags/tag363.xml"/><Relationship Id="rId15" Type="http://schemas.openxmlformats.org/officeDocument/2006/relationships/tags" Target="../tags/tag373.xml"/><Relationship Id="rId23" Type="http://schemas.openxmlformats.org/officeDocument/2006/relationships/image" Target="../media/image12.png"/><Relationship Id="rId10" Type="http://schemas.openxmlformats.org/officeDocument/2006/relationships/tags" Target="../tags/tag368.xml"/><Relationship Id="rId19" Type="http://schemas.openxmlformats.org/officeDocument/2006/relationships/image" Target="../media/image8.png"/><Relationship Id="rId4" Type="http://schemas.openxmlformats.org/officeDocument/2006/relationships/tags" Target="../tags/tag362.xml"/><Relationship Id="rId9" Type="http://schemas.openxmlformats.org/officeDocument/2006/relationships/tags" Target="../tags/tag367.xml"/><Relationship Id="rId14" Type="http://schemas.openxmlformats.org/officeDocument/2006/relationships/tags" Target="../tags/tag372.xml"/><Relationship Id="rId22" Type="http://schemas.openxmlformats.org/officeDocument/2006/relationships/image" Target="../media/image11.svg"/></Relationships>
</file>

<file path=ppt/slideLayouts/_rels/slideLayout38.xml.rels><?xml version="1.0" encoding="UTF-8" standalone="yes"?>
<Relationships xmlns="http://schemas.openxmlformats.org/package/2006/relationships"><Relationship Id="rId8" Type="http://schemas.openxmlformats.org/officeDocument/2006/relationships/tags" Target="../tags/tag381.xml"/><Relationship Id="rId13" Type="http://schemas.openxmlformats.org/officeDocument/2006/relationships/slideMaster" Target="../slideMasters/slideMaster2.xml"/><Relationship Id="rId3" Type="http://schemas.openxmlformats.org/officeDocument/2006/relationships/tags" Target="../tags/tag376.xml"/><Relationship Id="rId7" Type="http://schemas.openxmlformats.org/officeDocument/2006/relationships/tags" Target="../tags/tag380.xml"/><Relationship Id="rId12" Type="http://schemas.openxmlformats.org/officeDocument/2006/relationships/tags" Target="../tags/tag385.xml"/><Relationship Id="rId17" Type="http://schemas.openxmlformats.org/officeDocument/2006/relationships/image" Target="../media/image15.svg"/><Relationship Id="rId2" Type="http://schemas.openxmlformats.org/officeDocument/2006/relationships/tags" Target="../tags/tag375.xml"/><Relationship Id="rId16" Type="http://schemas.openxmlformats.org/officeDocument/2006/relationships/image" Target="../media/image12.png"/><Relationship Id="rId1" Type="http://schemas.openxmlformats.org/officeDocument/2006/relationships/tags" Target="../tags/tag374.xml"/><Relationship Id="rId6" Type="http://schemas.openxmlformats.org/officeDocument/2006/relationships/tags" Target="../tags/tag379.xml"/><Relationship Id="rId11" Type="http://schemas.openxmlformats.org/officeDocument/2006/relationships/tags" Target="../tags/tag384.xml"/><Relationship Id="rId5" Type="http://schemas.openxmlformats.org/officeDocument/2006/relationships/tags" Target="../tags/tag378.xml"/><Relationship Id="rId15" Type="http://schemas.openxmlformats.org/officeDocument/2006/relationships/image" Target="../media/image14.svg"/><Relationship Id="rId10" Type="http://schemas.openxmlformats.org/officeDocument/2006/relationships/tags" Target="../tags/tag383.xml"/><Relationship Id="rId4" Type="http://schemas.openxmlformats.org/officeDocument/2006/relationships/tags" Target="../tags/tag377.xml"/><Relationship Id="rId9" Type="http://schemas.openxmlformats.org/officeDocument/2006/relationships/tags" Target="../tags/tag382.xml"/><Relationship Id="rId14" Type="http://schemas.openxmlformats.org/officeDocument/2006/relationships/image" Target="../media/image6.png"/></Relationships>
</file>

<file path=ppt/slideLayouts/_rels/slideLayout39.xml.rels><?xml version="1.0" encoding="UTF-8" standalone="yes"?>
<Relationships xmlns="http://schemas.openxmlformats.org/package/2006/relationships"><Relationship Id="rId8" Type="http://schemas.openxmlformats.org/officeDocument/2006/relationships/tags" Target="../tags/tag393.xml"/><Relationship Id="rId13" Type="http://schemas.openxmlformats.org/officeDocument/2006/relationships/tags" Target="../tags/tag398.xml"/><Relationship Id="rId18" Type="http://schemas.openxmlformats.org/officeDocument/2006/relationships/image" Target="../media/image17.svg"/><Relationship Id="rId3" Type="http://schemas.openxmlformats.org/officeDocument/2006/relationships/tags" Target="../tags/tag388.xml"/><Relationship Id="rId21" Type="http://schemas.openxmlformats.org/officeDocument/2006/relationships/image" Target="../media/image10.png"/><Relationship Id="rId7" Type="http://schemas.openxmlformats.org/officeDocument/2006/relationships/tags" Target="../tags/tag392.xml"/><Relationship Id="rId12" Type="http://schemas.openxmlformats.org/officeDocument/2006/relationships/tags" Target="../tags/tag397.xml"/><Relationship Id="rId17" Type="http://schemas.openxmlformats.org/officeDocument/2006/relationships/image" Target="../media/image16.png"/><Relationship Id="rId2" Type="http://schemas.openxmlformats.org/officeDocument/2006/relationships/tags" Target="../tags/tag387.xml"/><Relationship Id="rId16" Type="http://schemas.openxmlformats.org/officeDocument/2006/relationships/slideMaster" Target="../slideMasters/slideMaster2.xml"/><Relationship Id="rId20" Type="http://schemas.openxmlformats.org/officeDocument/2006/relationships/image" Target="../media/image9.svg"/><Relationship Id="rId1" Type="http://schemas.openxmlformats.org/officeDocument/2006/relationships/tags" Target="../tags/tag386.xml"/><Relationship Id="rId6" Type="http://schemas.openxmlformats.org/officeDocument/2006/relationships/tags" Target="../tags/tag391.xml"/><Relationship Id="rId11" Type="http://schemas.openxmlformats.org/officeDocument/2006/relationships/tags" Target="../tags/tag396.xml"/><Relationship Id="rId24" Type="http://schemas.openxmlformats.org/officeDocument/2006/relationships/image" Target="../media/image18.svg"/><Relationship Id="rId5" Type="http://schemas.openxmlformats.org/officeDocument/2006/relationships/tags" Target="../tags/tag390.xml"/><Relationship Id="rId15" Type="http://schemas.openxmlformats.org/officeDocument/2006/relationships/tags" Target="../tags/tag400.xml"/><Relationship Id="rId23" Type="http://schemas.openxmlformats.org/officeDocument/2006/relationships/image" Target="../media/image12.png"/><Relationship Id="rId10" Type="http://schemas.openxmlformats.org/officeDocument/2006/relationships/tags" Target="../tags/tag395.xml"/><Relationship Id="rId19" Type="http://schemas.openxmlformats.org/officeDocument/2006/relationships/image" Target="../media/image8.png"/><Relationship Id="rId4" Type="http://schemas.openxmlformats.org/officeDocument/2006/relationships/tags" Target="../tags/tag389.xml"/><Relationship Id="rId9" Type="http://schemas.openxmlformats.org/officeDocument/2006/relationships/tags" Target="../tags/tag394.xml"/><Relationship Id="rId14" Type="http://schemas.openxmlformats.org/officeDocument/2006/relationships/tags" Target="../tags/tag399.xml"/><Relationship Id="rId22" Type="http://schemas.openxmlformats.org/officeDocument/2006/relationships/image" Target="../media/image11.svg"/></Relationships>
</file>

<file path=ppt/slideLayouts/_rels/slideLayout40.xml.rels><?xml version="1.0" encoding="UTF-8" standalone="yes"?>
<Relationships xmlns="http://schemas.openxmlformats.org/package/2006/relationships"><Relationship Id="rId8" Type="http://schemas.openxmlformats.org/officeDocument/2006/relationships/tags" Target="../tags/tag408.xml"/><Relationship Id="rId13" Type="http://schemas.openxmlformats.org/officeDocument/2006/relationships/tags" Target="../tags/tag413.xml"/><Relationship Id="rId18" Type="http://schemas.openxmlformats.org/officeDocument/2006/relationships/slideMaster" Target="../slideMasters/slideMaster2.xml"/><Relationship Id="rId3" Type="http://schemas.openxmlformats.org/officeDocument/2006/relationships/tags" Target="../tags/tag403.xml"/><Relationship Id="rId7" Type="http://schemas.openxmlformats.org/officeDocument/2006/relationships/tags" Target="../tags/tag407.xml"/><Relationship Id="rId12" Type="http://schemas.openxmlformats.org/officeDocument/2006/relationships/tags" Target="../tags/tag412.xml"/><Relationship Id="rId17" Type="http://schemas.openxmlformats.org/officeDocument/2006/relationships/tags" Target="../tags/tag417.xml"/><Relationship Id="rId2" Type="http://schemas.openxmlformats.org/officeDocument/2006/relationships/tags" Target="../tags/tag402.xml"/><Relationship Id="rId16" Type="http://schemas.openxmlformats.org/officeDocument/2006/relationships/tags" Target="../tags/tag416.xml"/><Relationship Id="rId1" Type="http://schemas.openxmlformats.org/officeDocument/2006/relationships/tags" Target="../tags/tag401.xml"/><Relationship Id="rId6" Type="http://schemas.openxmlformats.org/officeDocument/2006/relationships/tags" Target="../tags/tag406.xml"/><Relationship Id="rId11" Type="http://schemas.openxmlformats.org/officeDocument/2006/relationships/tags" Target="../tags/tag411.xml"/><Relationship Id="rId5" Type="http://schemas.openxmlformats.org/officeDocument/2006/relationships/tags" Target="../tags/tag405.xml"/><Relationship Id="rId15" Type="http://schemas.openxmlformats.org/officeDocument/2006/relationships/tags" Target="../tags/tag415.xml"/><Relationship Id="rId10" Type="http://schemas.openxmlformats.org/officeDocument/2006/relationships/tags" Target="../tags/tag410.xml"/><Relationship Id="rId4" Type="http://schemas.openxmlformats.org/officeDocument/2006/relationships/tags" Target="../tags/tag404.xml"/><Relationship Id="rId9" Type="http://schemas.openxmlformats.org/officeDocument/2006/relationships/tags" Target="../tags/tag409.xml"/><Relationship Id="rId14" Type="http://schemas.openxmlformats.org/officeDocument/2006/relationships/tags" Target="../tags/tag41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3968" y="136131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3968" y="384098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10" name="日期占位符 9"/>
          <p:cNvSpPr>
            <a:spLocks noGrp="1"/>
          </p:cNvSpPr>
          <p:nvPr>
            <p:ph type="dt" sz="half" idx="2"/>
            <p:custDataLst>
              <p:tags r:id="rId1"/>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2026/3/3</a:t>
            </a:fld>
            <a:endParaRPr lang="zh-CN" altLang="en-US"/>
          </a:p>
        </p:txBody>
      </p:sp>
      <p:sp>
        <p:nvSpPr>
          <p:cNvPr id="11" name="页脚占位符 10"/>
          <p:cNvSpPr>
            <a:spLocks noGrp="1"/>
          </p:cNvSpPr>
          <p:nvPr>
            <p:ph type="ftr" sz="quarter" idx="3"/>
            <p:custDataLst>
              <p:tags r:id="rId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2" name="灯片编号占位符 11"/>
          <p:cNvSpPr>
            <a:spLocks noGrp="1"/>
          </p:cNvSpPr>
          <p:nvPr>
            <p:ph type="sldNum" sz="quarter" idx="4"/>
            <p:custDataLst>
              <p:tags r:id="rId3"/>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584" y="482457"/>
            <a:ext cx="10972888" cy="711206"/>
          </a:xfrm>
        </p:spPr>
        <p:txBody>
          <a:bodyPr/>
          <a:lstStyle/>
          <a:p>
            <a:r>
              <a:rPr lang="zh-CN" altLang="en-US"/>
              <a:t>单击此处编辑母版标题样式</a:t>
            </a:r>
          </a:p>
        </p:txBody>
      </p:sp>
      <p:sp>
        <p:nvSpPr>
          <p:cNvPr id="3" name="内容占位符 2"/>
          <p:cNvSpPr>
            <a:spLocks noGrp="1"/>
          </p:cNvSpPr>
          <p:nvPr>
            <p:ph idx="1"/>
          </p:nvPr>
        </p:nvSpPr>
        <p:spPr>
          <a:xfrm>
            <a:off x="609556" y="1524000"/>
            <a:ext cx="10972888" cy="47244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9"/>
          <p:cNvSpPr>
            <a:spLocks noGrp="1"/>
          </p:cNvSpPr>
          <p:nvPr>
            <p:ph type="dt" sz="half" idx="2"/>
            <p:custDataLst>
              <p:tags r:id="rId1"/>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2026/3/3</a:t>
            </a:fld>
            <a:endParaRPr lang="zh-CN" altLang="en-US"/>
          </a:p>
        </p:txBody>
      </p:sp>
      <p:sp>
        <p:nvSpPr>
          <p:cNvPr id="11" name="页脚占位符 10"/>
          <p:cNvSpPr>
            <a:spLocks noGrp="1"/>
          </p:cNvSpPr>
          <p:nvPr>
            <p:ph type="ftr" sz="quarter" idx="3"/>
            <p:custDataLst>
              <p:tags r:id="rId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2" name="灯片编号占位符 11"/>
          <p:cNvSpPr>
            <a:spLocks noGrp="1"/>
          </p:cNvSpPr>
          <p:nvPr>
            <p:ph type="sldNum" sz="quarter" idx="4"/>
            <p:custDataLst>
              <p:tags r:id="rId3"/>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日期占位符 7"/>
          <p:cNvSpPr>
            <a:spLocks noGrp="1"/>
          </p:cNvSpPr>
          <p:nvPr>
            <p:ph type="dt" sz="half" idx="2"/>
            <p:custDataLst>
              <p:tags r:id="rId1"/>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2026/3/3</a:t>
            </a:fld>
            <a:endParaRPr lang="zh-CN" altLang="en-US"/>
          </a:p>
        </p:txBody>
      </p:sp>
      <p:sp>
        <p:nvSpPr>
          <p:cNvPr id="9" name="页脚占位符 8"/>
          <p:cNvSpPr>
            <a:spLocks noGrp="1"/>
          </p:cNvSpPr>
          <p:nvPr>
            <p:ph type="ftr" sz="quarter" idx="3"/>
            <p:custDataLst>
              <p:tags r:id="rId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0" name="灯片编号占位符 9"/>
          <p:cNvSpPr>
            <a:spLocks noGrp="1"/>
          </p:cNvSpPr>
          <p:nvPr>
            <p:ph type="sldNum" sz="quarter" idx="4"/>
            <p:custDataLst>
              <p:tags r:id="rId3"/>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10" name="日期占位符 9"/>
          <p:cNvSpPr>
            <a:spLocks noGrp="1"/>
          </p:cNvSpPr>
          <p:nvPr>
            <p:ph type="dt" sz="half" idx="2"/>
            <p:custDataLst>
              <p:tags r:id="rId1"/>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2026/3/3</a:t>
            </a:fld>
            <a:endParaRPr lang="zh-CN" altLang="en-US"/>
          </a:p>
        </p:txBody>
      </p:sp>
      <p:sp>
        <p:nvSpPr>
          <p:cNvPr id="11" name="页脚占位符 10"/>
          <p:cNvSpPr>
            <a:spLocks noGrp="1"/>
          </p:cNvSpPr>
          <p:nvPr>
            <p:ph type="ftr" sz="quarter" idx="3"/>
            <p:custDataLst>
              <p:tags r:id="rId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2" name="灯片编号占位符 11"/>
          <p:cNvSpPr>
            <a:spLocks noGrp="1"/>
          </p:cNvSpPr>
          <p:nvPr>
            <p:ph type="sldNum" sz="quarter" idx="4"/>
            <p:custDataLst>
              <p:tags r:id="rId3"/>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556" y="482457"/>
            <a:ext cx="10972888" cy="711206"/>
          </a:xfrm>
        </p:spPr>
        <p:txBody>
          <a:bodyPr/>
          <a:lstStyle/>
          <a:p>
            <a:r>
              <a:rPr lang="zh-CN" altLang="en-US"/>
              <a:t>单击此处编辑母版标题样式</a:t>
            </a:r>
          </a:p>
        </p:txBody>
      </p:sp>
      <p:sp>
        <p:nvSpPr>
          <p:cNvPr id="3" name="内容占位符 2"/>
          <p:cNvSpPr>
            <a:spLocks noGrp="1"/>
          </p:cNvSpPr>
          <p:nvPr>
            <p:ph sz="half" idx="1"/>
          </p:nvPr>
        </p:nvSpPr>
        <p:spPr>
          <a:xfrm>
            <a:off x="609584" y="1523857"/>
            <a:ext cx="5257842" cy="47244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322060" y="1524000"/>
            <a:ext cx="5266690" cy="4724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2" name="页脚占位符 11"/>
          <p:cNvSpPr>
            <a:spLocks noGrp="1"/>
          </p:cNvSpPr>
          <p:nvPr>
            <p:ph type="ftr" sz="quarter" idx="3"/>
            <p:custDataLst>
              <p:tags r:id="rId1"/>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4" name="日期占位符 13"/>
          <p:cNvSpPr>
            <a:spLocks noGrp="1"/>
          </p:cNvSpPr>
          <p:nvPr>
            <p:ph type="dt" sz="half" idx="10"/>
            <p:custDataLst>
              <p:tags r:id="rId2"/>
            </p:custDataLst>
          </p:nvPr>
        </p:nvSpPr>
        <p:spPr>
          <a:xfrm>
            <a:off x="603250" y="6314440"/>
            <a:ext cx="2708910" cy="316865"/>
          </a:xfrm>
        </p:spPr>
        <p:txBody>
          <a:bodyPr/>
          <a:lstStyle/>
          <a:p>
            <a:fld id="{760FBDFE-C587-4B4C-A407-44438C67B59E}" type="datetimeFigureOut">
              <a:rPr lang="zh-CN" altLang="en-US" smtClean="0"/>
              <a:t>2026/3/3</a:t>
            </a:fld>
            <a:endParaRPr lang="zh-CN" altLang="en-US"/>
          </a:p>
        </p:txBody>
      </p:sp>
      <p:sp>
        <p:nvSpPr>
          <p:cNvPr id="15" name="灯片编号占位符 14"/>
          <p:cNvSpPr>
            <a:spLocks noGrp="1"/>
          </p:cNvSpPr>
          <p:nvPr>
            <p:ph type="sldNum" sz="quarter" idx="4"/>
            <p:custDataLst>
              <p:tags r:id="rId3"/>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556" y="482601"/>
            <a:ext cx="10972888" cy="711206"/>
          </a:xfrm>
        </p:spPr>
        <p:txBody>
          <a:bodyPr/>
          <a:lstStyle/>
          <a:p>
            <a:r>
              <a:rPr lang="zh-CN" altLang="en-US"/>
              <a:t>单击此处编辑母版标题样式</a:t>
            </a:r>
          </a:p>
        </p:txBody>
      </p:sp>
      <p:sp>
        <p:nvSpPr>
          <p:cNvPr id="3" name="文本占位符 2"/>
          <p:cNvSpPr>
            <a:spLocks noGrp="1"/>
          </p:cNvSpPr>
          <p:nvPr>
            <p:ph type="body" idx="1"/>
          </p:nvPr>
        </p:nvSpPr>
        <p:spPr>
          <a:xfrm>
            <a:off x="607060" y="1524000"/>
            <a:ext cx="5257842" cy="914407"/>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609600" y="2540000"/>
            <a:ext cx="5257800" cy="370843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324411" y="1523712"/>
            <a:ext cx="5257842" cy="914407"/>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324600" y="2540000"/>
            <a:ext cx="5257800" cy="370843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9" name="日期占位符 18"/>
          <p:cNvSpPr>
            <a:spLocks noGrp="1"/>
          </p:cNvSpPr>
          <p:nvPr>
            <p:ph type="dt" sz="half" idx="10"/>
            <p:custDataLst>
              <p:tags r:id="rId1"/>
            </p:custDataLst>
          </p:nvPr>
        </p:nvSpPr>
        <p:spPr>
          <a:xfrm>
            <a:off x="603250" y="6314440"/>
            <a:ext cx="2708910" cy="316865"/>
          </a:xfrm>
        </p:spPr>
        <p:txBody>
          <a:bodyPr/>
          <a:lstStyle/>
          <a:p>
            <a:fld id="{760FBDFE-C587-4B4C-A407-44438C67B59E}" type="datetimeFigureOut">
              <a:rPr lang="zh-CN" altLang="en-US" smtClean="0"/>
              <a:t>2026/3/3</a:t>
            </a:fld>
            <a:endParaRPr lang="zh-CN" altLang="en-US"/>
          </a:p>
        </p:txBody>
      </p:sp>
      <p:sp>
        <p:nvSpPr>
          <p:cNvPr id="20" name="页脚占位符 19"/>
          <p:cNvSpPr>
            <a:spLocks noGrp="1"/>
          </p:cNvSpPr>
          <p:nvPr>
            <p:ph type="ftr" sz="quarter" idx="11"/>
            <p:custDataLst>
              <p:tags r:id="rId2"/>
            </p:custDataLst>
          </p:nvPr>
        </p:nvSpPr>
        <p:spPr/>
        <p:txBody>
          <a:bodyPr/>
          <a:lstStyle/>
          <a:p>
            <a:endParaRPr lang="zh-CN" altLang="en-US"/>
          </a:p>
        </p:txBody>
      </p:sp>
      <p:sp>
        <p:nvSpPr>
          <p:cNvPr id="21" name="灯片编号占位符 20"/>
          <p:cNvSpPr>
            <a:spLocks noGrp="1"/>
          </p:cNvSpPr>
          <p:nvPr>
            <p:ph type="sldNum" sz="quarter" idx="12"/>
            <p:custDataLst>
              <p:tags r:id="rId3"/>
            </p:custDataLst>
          </p:nvPr>
        </p:nvSpPr>
        <p:spPr>
          <a:xfrm>
            <a:off x="8877300" y="6314440"/>
            <a:ext cx="2709545" cy="316865"/>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556" y="482473"/>
            <a:ext cx="10972888" cy="711206"/>
          </a:xfrm>
        </p:spPr>
        <p:txBody>
          <a:bodyPr/>
          <a:lstStyle/>
          <a:p>
            <a:r>
              <a:rPr lang="zh-CN" altLang="en-US"/>
              <a:t>单击此处编辑母版标题样式</a:t>
            </a:r>
          </a:p>
        </p:txBody>
      </p:sp>
      <p:sp>
        <p:nvSpPr>
          <p:cNvPr id="3" name="日期占位符 2"/>
          <p:cNvSpPr>
            <a:spLocks noGrp="1"/>
          </p:cNvSpPr>
          <p:nvPr>
            <p:ph type="dt" sz="half" idx="2"/>
            <p:custDataLst>
              <p:tags r:id="rId1"/>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2026/3/3</a:t>
            </a:fld>
            <a:endParaRPr lang="zh-CN" altLang="en-US"/>
          </a:p>
        </p:txBody>
      </p:sp>
      <p:sp>
        <p:nvSpPr>
          <p:cNvPr id="7" name="页脚占位符 6"/>
          <p:cNvSpPr>
            <a:spLocks noGrp="1"/>
          </p:cNvSpPr>
          <p:nvPr>
            <p:ph type="ftr" sz="quarter" idx="3"/>
            <p:custDataLst>
              <p:tags r:id="rId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1" name="灯片编号占位符 10"/>
          <p:cNvSpPr>
            <a:spLocks noGrp="1"/>
          </p:cNvSpPr>
          <p:nvPr>
            <p:ph type="sldNum" sz="quarter" idx="4"/>
            <p:custDataLst>
              <p:tags r:id="rId3"/>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584" y="609457"/>
            <a:ext cx="355602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4772660" y="609600"/>
            <a:ext cx="6807254" cy="5638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09600" y="2311400"/>
            <a:ext cx="3556000" cy="3937031"/>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30" name="页脚占位符 29"/>
          <p:cNvSpPr>
            <a:spLocks noGrp="1"/>
          </p:cNvSpPr>
          <p:nvPr>
            <p:ph type="ftr" sz="quarter" idx="3"/>
            <p:custDataLst>
              <p:tags r:id="rId1"/>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31" name="灯片编号占位符 30"/>
          <p:cNvSpPr>
            <a:spLocks noGrp="1"/>
          </p:cNvSpPr>
          <p:nvPr>
            <p:ph type="sldNum" sz="quarter" idx="4"/>
            <p:custDataLst>
              <p:tags r:id="rId2"/>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
        <p:nvSpPr>
          <p:cNvPr id="32" name="日期占位符 31"/>
          <p:cNvSpPr>
            <a:spLocks noGrp="1"/>
          </p:cNvSpPr>
          <p:nvPr>
            <p:ph type="dt" sz="half" idx="10"/>
            <p:custDataLst>
              <p:tags r:id="rId3"/>
            </p:custDataLst>
          </p:nvPr>
        </p:nvSpPr>
        <p:spPr>
          <a:xfrm>
            <a:off x="603250" y="6314440"/>
            <a:ext cx="2708910" cy="316865"/>
          </a:xfrm>
        </p:spPr>
        <p:txBody>
          <a:bodyPr/>
          <a:lstStyle/>
          <a:p>
            <a:fld id="{760FBDFE-C587-4B4C-A407-44438C67B59E}" type="datetimeFigureOut">
              <a:rPr lang="zh-CN" altLang="en-US" smtClean="0"/>
              <a:t>2026/3/3</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547860" y="609600"/>
            <a:ext cx="2032016" cy="563884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609600"/>
            <a:ext cx="8636069" cy="5638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2"/>
            <p:custDataLst>
              <p:tags r:id="rId1"/>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2026/3/3</a:t>
            </a:fld>
            <a:endParaRPr lang="zh-CN" altLang="en-US"/>
          </a:p>
        </p:txBody>
      </p:sp>
      <p:sp>
        <p:nvSpPr>
          <p:cNvPr id="11" name="页脚占位符 10"/>
          <p:cNvSpPr>
            <a:spLocks noGrp="1"/>
          </p:cNvSpPr>
          <p:nvPr>
            <p:ph type="ftr" sz="quarter" idx="3"/>
            <p:custDataLst>
              <p:tags r:id="rId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2" name="灯片编号占位符 11"/>
          <p:cNvSpPr>
            <a:spLocks noGrp="1"/>
          </p:cNvSpPr>
          <p:nvPr>
            <p:ph type="sldNum" sz="quarter" idx="4"/>
            <p:custDataLst>
              <p:tags r:id="rId3"/>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609600"/>
            <a:ext cx="10973435" cy="5638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2" name="日期占位符 11"/>
          <p:cNvSpPr>
            <a:spLocks noGrp="1"/>
          </p:cNvSpPr>
          <p:nvPr>
            <p:ph type="dt" sz="half" idx="2"/>
            <p:custDataLst>
              <p:tags r:id="rId1"/>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2026/3/3</a:t>
            </a:fld>
            <a:endParaRPr lang="zh-CN" altLang="en-US"/>
          </a:p>
        </p:txBody>
      </p:sp>
      <p:sp>
        <p:nvSpPr>
          <p:cNvPr id="13" name="页脚占位符 12"/>
          <p:cNvSpPr>
            <a:spLocks noGrp="1"/>
          </p:cNvSpPr>
          <p:nvPr>
            <p:ph type="ftr" sz="quarter" idx="3"/>
            <p:custDataLst>
              <p:tags r:id="rId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4" name="灯片编号占位符 13"/>
          <p:cNvSpPr>
            <a:spLocks noGrp="1"/>
          </p:cNvSpPr>
          <p:nvPr>
            <p:ph type="sldNum" sz="quarter" idx="4"/>
            <p:custDataLst>
              <p:tags r:id="rId3"/>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页-10008_23">
    <p:bg>
      <p:bgRef idx="1001">
        <a:schemeClr val="bg2"/>
      </p:bgRef>
    </p:bg>
    <p:spTree>
      <p:nvGrpSpPr>
        <p:cNvPr id="1" name=""/>
        <p:cNvGrpSpPr/>
        <p:nvPr/>
      </p:nvGrpSpPr>
      <p:grpSpPr>
        <a:xfrm>
          <a:off x="0" y="0"/>
          <a:ext cx="0" cy="0"/>
          <a:chOff x="0" y="0"/>
          <a:chExt cx="0" cy="0"/>
        </a:xfrm>
      </p:grpSpPr>
      <p:sp>
        <p:nvSpPr>
          <p:cNvPr id="9" name="灯片编号占位符 8"/>
          <p:cNvSpPr>
            <a:spLocks noGrp="1"/>
          </p:cNvSpPr>
          <p:nvPr>
            <p:ph type="sldNum" sz="quarter" idx="4"/>
            <p:custDataLst>
              <p:tags r:id="rId1"/>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12" name="页脚占位符 11"/>
          <p:cNvSpPr>
            <a:spLocks noGrp="1"/>
          </p:cNvSpPr>
          <p:nvPr>
            <p:ph type="ftr" sz="quarter" idx="3"/>
            <p:custDataLst>
              <p:tags r:id="rId2"/>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标题 5"/>
          <p:cNvSpPr>
            <a:spLocks noGrp="1"/>
          </p:cNvSpPr>
          <p:nvPr>
            <p:ph type="ctrTitle" idx="16385" hasCustomPrompt="1"/>
            <p:custDataLst>
              <p:tags r:id="rId3"/>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p>
        </p:txBody>
      </p:sp>
      <p:sp>
        <p:nvSpPr>
          <p:cNvPr id="7" name="图片占位符 6"/>
          <p:cNvSpPr>
            <a:spLocks noGrp="1"/>
          </p:cNvSpPr>
          <p:nvPr>
            <p:ph type="pic" idx="16394" hasCustomPrompt="1"/>
            <p:custDataLst>
              <p:tags r:id="rId4"/>
            </p:custDataLst>
          </p:nvPr>
        </p:nvSpPr>
        <p:spPr>
          <a:xfrm>
            <a:off x="1143000" y="2108200"/>
            <a:ext cx="1219200" cy="12192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8" name="文本占位符 7"/>
          <p:cNvSpPr>
            <a:spLocks noGrp="1"/>
          </p:cNvSpPr>
          <p:nvPr>
            <p:ph type="body" idx="16386" hasCustomPrompt="1"/>
            <p:custDataLst>
              <p:tags r:id="rId5"/>
            </p:custDataLst>
          </p:nvPr>
        </p:nvSpPr>
        <p:spPr>
          <a:xfrm>
            <a:off x="609600" y="3632200"/>
            <a:ext cx="22860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0" name="文本占位符 9"/>
          <p:cNvSpPr>
            <a:spLocks noGrp="1"/>
          </p:cNvSpPr>
          <p:nvPr>
            <p:ph type="body" idx="16387" hasCustomPrompt="1"/>
            <p:custDataLst>
              <p:tags r:id="rId6"/>
            </p:custDataLst>
          </p:nvPr>
        </p:nvSpPr>
        <p:spPr>
          <a:xfrm>
            <a:off x="609600" y="4140200"/>
            <a:ext cx="2286000" cy="15240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1" name="图片占位符 10"/>
          <p:cNvSpPr>
            <a:spLocks noGrp="1"/>
          </p:cNvSpPr>
          <p:nvPr>
            <p:ph type="pic" idx="16395" hasCustomPrompt="1"/>
            <p:custDataLst>
              <p:tags r:id="rId7"/>
            </p:custDataLst>
          </p:nvPr>
        </p:nvSpPr>
        <p:spPr>
          <a:xfrm>
            <a:off x="4038600" y="2108200"/>
            <a:ext cx="1219200" cy="12192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3" name="文本占位符 12"/>
          <p:cNvSpPr>
            <a:spLocks noGrp="1"/>
          </p:cNvSpPr>
          <p:nvPr>
            <p:ph type="body" idx="16388" hasCustomPrompt="1"/>
            <p:custDataLst>
              <p:tags r:id="rId8"/>
            </p:custDataLst>
          </p:nvPr>
        </p:nvSpPr>
        <p:spPr>
          <a:xfrm>
            <a:off x="3505200" y="3632200"/>
            <a:ext cx="22860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6" name="文本占位符 15"/>
          <p:cNvSpPr>
            <a:spLocks noGrp="1"/>
          </p:cNvSpPr>
          <p:nvPr>
            <p:ph type="body" idx="16389" hasCustomPrompt="1"/>
            <p:custDataLst>
              <p:tags r:id="rId9"/>
            </p:custDataLst>
          </p:nvPr>
        </p:nvSpPr>
        <p:spPr>
          <a:xfrm>
            <a:off x="3505200" y="4140200"/>
            <a:ext cx="2286000" cy="15240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7" name="图片占位符 16"/>
          <p:cNvSpPr>
            <a:spLocks noGrp="1"/>
          </p:cNvSpPr>
          <p:nvPr>
            <p:ph type="pic" idx="16396" hasCustomPrompt="1"/>
            <p:custDataLst>
              <p:tags r:id="rId10"/>
            </p:custDataLst>
          </p:nvPr>
        </p:nvSpPr>
        <p:spPr>
          <a:xfrm>
            <a:off x="6934200" y="2108200"/>
            <a:ext cx="1219200" cy="12192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文本占位符 17"/>
          <p:cNvSpPr>
            <a:spLocks noGrp="1"/>
          </p:cNvSpPr>
          <p:nvPr>
            <p:ph type="body" idx="16390" hasCustomPrompt="1"/>
            <p:custDataLst>
              <p:tags r:id="rId11"/>
            </p:custDataLst>
          </p:nvPr>
        </p:nvSpPr>
        <p:spPr>
          <a:xfrm>
            <a:off x="6400800" y="3632200"/>
            <a:ext cx="22860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9" name="文本占位符 18"/>
          <p:cNvSpPr>
            <a:spLocks noGrp="1"/>
          </p:cNvSpPr>
          <p:nvPr>
            <p:ph type="body" idx="16391" hasCustomPrompt="1"/>
            <p:custDataLst>
              <p:tags r:id="rId12"/>
            </p:custDataLst>
          </p:nvPr>
        </p:nvSpPr>
        <p:spPr>
          <a:xfrm>
            <a:off x="6400800" y="4140200"/>
            <a:ext cx="2286000" cy="15240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图片占位符 19"/>
          <p:cNvSpPr>
            <a:spLocks noGrp="1"/>
          </p:cNvSpPr>
          <p:nvPr>
            <p:ph type="pic" idx="16397" hasCustomPrompt="1"/>
            <p:custDataLst>
              <p:tags r:id="rId13"/>
            </p:custDataLst>
          </p:nvPr>
        </p:nvSpPr>
        <p:spPr>
          <a:xfrm>
            <a:off x="9829800" y="2108200"/>
            <a:ext cx="1219200" cy="12192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1" name="文本占位符 20"/>
          <p:cNvSpPr>
            <a:spLocks noGrp="1"/>
          </p:cNvSpPr>
          <p:nvPr>
            <p:ph type="body" idx="16392" hasCustomPrompt="1"/>
            <p:custDataLst>
              <p:tags r:id="rId14"/>
            </p:custDataLst>
          </p:nvPr>
        </p:nvSpPr>
        <p:spPr>
          <a:xfrm>
            <a:off x="9296400" y="3632200"/>
            <a:ext cx="22860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22" name="文本占位符 21"/>
          <p:cNvSpPr>
            <a:spLocks noGrp="1"/>
          </p:cNvSpPr>
          <p:nvPr>
            <p:ph type="body" idx="16393" hasCustomPrompt="1"/>
            <p:custDataLst>
              <p:tags r:id="rId15"/>
            </p:custDataLst>
          </p:nvPr>
        </p:nvSpPr>
        <p:spPr>
          <a:xfrm>
            <a:off x="9296400" y="4140200"/>
            <a:ext cx="2286000" cy="15240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页-10014_22">
    <p:bg>
      <p:bgRef idx="1001">
        <a:schemeClr val="bg2"/>
      </p:bgRef>
    </p:bg>
    <p:spTree>
      <p:nvGrpSpPr>
        <p:cNvPr id="1" name=""/>
        <p:cNvGrpSpPr/>
        <p:nvPr/>
      </p:nvGrpSpPr>
      <p:grpSpPr>
        <a:xfrm>
          <a:off x="0" y="0"/>
          <a:ext cx="0" cy="0"/>
          <a:chOff x="0" y="0"/>
          <a:chExt cx="0" cy="0"/>
        </a:xfrm>
      </p:grpSpPr>
      <p:sp>
        <p:nvSpPr>
          <p:cNvPr id="9" name="灯片编号占位符 8"/>
          <p:cNvSpPr>
            <a:spLocks noGrp="1"/>
          </p:cNvSpPr>
          <p:nvPr>
            <p:ph type="sldNum" sz="quarter" idx="4"/>
            <p:custDataLst>
              <p:tags r:id="rId1"/>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12" name="页脚占位符 11"/>
          <p:cNvSpPr>
            <a:spLocks noGrp="1"/>
          </p:cNvSpPr>
          <p:nvPr>
            <p:ph type="ftr" sz="quarter" idx="3"/>
            <p:custDataLst>
              <p:tags r:id="rId2"/>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标题 5"/>
          <p:cNvSpPr>
            <a:spLocks noGrp="1"/>
          </p:cNvSpPr>
          <p:nvPr>
            <p:ph type="ctrTitle" idx="16385" hasCustomPrompt="1"/>
            <p:custDataLst>
              <p:tags r:id="rId3"/>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p>
        </p:txBody>
      </p:sp>
      <p:sp>
        <p:nvSpPr>
          <p:cNvPr id="7" name="内容占位符 6"/>
          <p:cNvSpPr>
            <a:spLocks noGrp="1"/>
          </p:cNvSpPr>
          <p:nvPr>
            <p:ph idx="16394" hasCustomPrompt="1"/>
            <p:custDataLst>
              <p:tags r:id="rId4"/>
            </p:custDataLst>
          </p:nvPr>
        </p:nvSpPr>
        <p:spPr>
          <a:xfrm>
            <a:off x="609600" y="1524000"/>
            <a:ext cx="2438400" cy="2209800"/>
          </a:xfrm>
          <a:custGeom>
            <a:avLst/>
            <a:gdLst>
              <a:gd name="connisteX0" fmla="*/ 0 w 2438400"/>
              <a:gd name="connsiteY0" fmla="*/ 203200 h 2209800"/>
              <a:gd name="connisteX1" fmla="*/ 203200 w 2438400"/>
              <a:gd name="connsiteY1" fmla="*/ 0 h 2209800"/>
              <a:gd name="connisteX2" fmla="*/ 2235200 w 2438400"/>
              <a:gd name="connsiteY2" fmla="*/ 0 h 2209800"/>
              <a:gd name="connisteX3" fmla="*/ 2438400 w 2438400"/>
              <a:gd name="connsiteY3" fmla="*/ 203200 h 2209800"/>
              <a:gd name="connisteX4" fmla="*/ 2438400 w 2438400"/>
              <a:gd name="connsiteY4" fmla="*/ 2006600 h 2209800"/>
              <a:gd name="connisteX5" fmla="*/ 2235200 w 2438400"/>
              <a:gd name="connsiteY5" fmla="*/ 2209800 h 2209800"/>
              <a:gd name="connisteX6" fmla="*/ 203200 w 2438400"/>
              <a:gd name="connsiteY6" fmla="*/ 2209800 h 2209800"/>
              <a:gd name="connisteX7" fmla="*/ 0 w 2438400"/>
              <a:gd name="connsiteY7" fmla="*/ 2006600 h 2209800"/>
              <a:gd name="connisteX8" fmla="*/ 0 w 24384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438400" h="2209800">
                <a:moveTo>
                  <a:pt x="0" y="203200"/>
                </a:moveTo>
                <a:cubicBezTo>
                  <a:pt x="0" y="90976"/>
                  <a:pt x="90976" y="0"/>
                  <a:pt x="203200" y="0"/>
                </a:cubicBezTo>
                <a:lnTo>
                  <a:pt x="2235200" y="0"/>
                </a:lnTo>
                <a:cubicBezTo>
                  <a:pt x="2347424" y="0"/>
                  <a:pt x="2438400" y="90976"/>
                  <a:pt x="2438400" y="203200"/>
                </a:cubicBezTo>
                <a:lnTo>
                  <a:pt x="2438400" y="2006600"/>
                </a:lnTo>
                <a:cubicBezTo>
                  <a:pt x="2438400" y="2118824"/>
                  <a:pt x="2347424" y="2209800"/>
                  <a:pt x="2235200" y="2209800"/>
                </a:cubicBezTo>
                <a:lnTo>
                  <a:pt x="203200" y="2209800"/>
                </a:lnTo>
                <a:cubicBezTo>
                  <a:pt x="90976" y="2209800"/>
                  <a:pt x="0" y="2118824"/>
                  <a:pt x="0" y="20066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8" name="文本占位符 7"/>
          <p:cNvSpPr>
            <a:spLocks noGrp="1"/>
          </p:cNvSpPr>
          <p:nvPr>
            <p:ph type="body" idx="16386" hasCustomPrompt="1"/>
            <p:custDataLst>
              <p:tags r:id="rId5"/>
            </p:custDataLst>
          </p:nvPr>
        </p:nvSpPr>
        <p:spPr>
          <a:xfrm>
            <a:off x="3352800" y="1739900"/>
            <a:ext cx="2590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0" name="文本占位符 9"/>
          <p:cNvSpPr>
            <a:spLocks noGrp="1"/>
          </p:cNvSpPr>
          <p:nvPr>
            <p:ph type="body" idx="16387" hasCustomPrompt="1"/>
            <p:custDataLst>
              <p:tags r:id="rId6"/>
            </p:custDataLst>
          </p:nvPr>
        </p:nvSpPr>
        <p:spPr>
          <a:xfrm>
            <a:off x="3352800" y="2298700"/>
            <a:ext cx="2590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1" name="内容占位符 10"/>
          <p:cNvSpPr>
            <a:spLocks noGrp="1"/>
          </p:cNvSpPr>
          <p:nvPr>
            <p:ph idx="16395" hasCustomPrompt="1"/>
            <p:custDataLst>
              <p:tags r:id="rId7"/>
            </p:custDataLst>
          </p:nvPr>
        </p:nvSpPr>
        <p:spPr>
          <a:xfrm>
            <a:off x="6248400" y="1524000"/>
            <a:ext cx="2438400" cy="2209800"/>
          </a:xfrm>
          <a:custGeom>
            <a:avLst/>
            <a:gdLst>
              <a:gd name="connisteX0" fmla="*/ 0 w 2438400"/>
              <a:gd name="connsiteY0" fmla="*/ 203200 h 2209800"/>
              <a:gd name="connisteX1" fmla="*/ 203200 w 2438400"/>
              <a:gd name="connsiteY1" fmla="*/ 0 h 2209800"/>
              <a:gd name="connisteX2" fmla="*/ 2235200 w 2438400"/>
              <a:gd name="connsiteY2" fmla="*/ 0 h 2209800"/>
              <a:gd name="connisteX3" fmla="*/ 2438400 w 2438400"/>
              <a:gd name="connsiteY3" fmla="*/ 203200 h 2209800"/>
              <a:gd name="connisteX4" fmla="*/ 2438400 w 2438400"/>
              <a:gd name="connsiteY4" fmla="*/ 2006600 h 2209800"/>
              <a:gd name="connisteX5" fmla="*/ 2235200 w 2438400"/>
              <a:gd name="connsiteY5" fmla="*/ 2209800 h 2209800"/>
              <a:gd name="connisteX6" fmla="*/ 203200 w 2438400"/>
              <a:gd name="connsiteY6" fmla="*/ 2209800 h 2209800"/>
              <a:gd name="connisteX7" fmla="*/ 0 w 2438400"/>
              <a:gd name="connsiteY7" fmla="*/ 2006600 h 2209800"/>
              <a:gd name="connisteX8" fmla="*/ 0 w 24384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438400" h="2209800">
                <a:moveTo>
                  <a:pt x="0" y="203200"/>
                </a:moveTo>
                <a:cubicBezTo>
                  <a:pt x="0" y="90976"/>
                  <a:pt x="90976" y="0"/>
                  <a:pt x="203200" y="0"/>
                </a:cubicBezTo>
                <a:lnTo>
                  <a:pt x="2235200" y="0"/>
                </a:lnTo>
                <a:cubicBezTo>
                  <a:pt x="2347424" y="0"/>
                  <a:pt x="2438400" y="90976"/>
                  <a:pt x="2438400" y="203200"/>
                </a:cubicBezTo>
                <a:lnTo>
                  <a:pt x="2438400" y="2006600"/>
                </a:lnTo>
                <a:cubicBezTo>
                  <a:pt x="2438400" y="2118824"/>
                  <a:pt x="2347424" y="2209800"/>
                  <a:pt x="2235200" y="2209800"/>
                </a:cubicBezTo>
                <a:lnTo>
                  <a:pt x="203200" y="2209800"/>
                </a:lnTo>
                <a:cubicBezTo>
                  <a:pt x="90976" y="2209800"/>
                  <a:pt x="0" y="2118824"/>
                  <a:pt x="0" y="20066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3" name="文本占位符 12"/>
          <p:cNvSpPr>
            <a:spLocks noGrp="1"/>
          </p:cNvSpPr>
          <p:nvPr>
            <p:ph type="body" idx="16388" hasCustomPrompt="1"/>
            <p:custDataLst>
              <p:tags r:id="rId8"/>
            </p:custDataLst>
          </p:nvPr>
        </p:nvSpPr>
        <p:spPr>
          <a:xfrm>
            <a:off x="8991600" y="1739900"/>
            <a:ext cx="2590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6" name="文本占位符 15"/>
          <p:cNvSpPr>
            <a:spLocks noGrp="1"/>
          </p:cNvSpPr>
          <p:nvPr>
            <p:ph type="body" idx="16389" hasCustomPrompt="1"/>
            <p:custDataLst>
              <p:tags r:id="rId9"/>
            </p:custDataLst>
          </p:nvPr>
        </p:nvSpPr>
        <p:spPr>
          <a:xfrm>
            <a:off x="8991600" y="2298700"/>
            <a:ext cx="2590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7" name="内容占位符 16"/>
          <p:cNvSpPr>
            <a:spLocks noGrp="1"/>
          </p:cNvSpPr>
          <p:nvPr>
            <p:ph idx="16396" hasCustomPrompt="1"/>
            <p:custDataLst>
              <p:tags r:id="rId10"/>
            </p:custDataLst>
          </p:nvPr>
        </p:nvSpPr>
        <p:spPr>
          <a:xfrm>
            <a:off x="609600" y="4038600"/>
            <a:ext cx="2438400" cy="2209800"/>
          </a:xfrm>
          <a:custGeom>
            <a:avLst/>
            <a:gdLst>
              <a:gd name="connisteX0" fmla="*/ 0 w 2438400"/>
              <a:gd name="connsiteY0" fmla="*/ 203200 h 2209800"/>
              <a:gd name="connisteX1" fmla="*/ 203200 w 2438400"/>
              <a:gd name="connsiteY1" fmla="*/ 0 h 2209800"/>
              <a:gd name="connisteX2" fmla="*/ 2235200 w 2438400"/>
              <a:gd name="connsiteY2" fmla="*/ 0 h 2209800"/>
              <a:gd name="connisteX3" fmla="*/ 2438400 w 2438400"/>
              <a:gd name="connsiteY3" fmla="*/ 203200 h 2209800"/>
              <a:gd name="connisteX4" fmla="*/ 2438400 w 2438400"/>
              <a:gd name="connsiteY4" fmla="*/ 2006600 h 2209800"/>
              <a:gd name="connisteX5" fmla="*/ 2235200 w 2438400"/>
              <a:gd name="connsiteY5" fmla="*/ 2209800 h 2209800"/>
              <a:gd name="connisteX6" fmla="*/ 203200 w 2438400"/>
              <a:gd name="connsiteY6" fmla="*/ 2209800 h 2209800"/>
              <a:gd name="connisteX7" fmla="*/ 0 w 2438400"/>
              <a:gd name="connsiteY7" fmla="*/ 2006600 h 2209800"/>
              <a:gd name="connisteX8" fmla="*/ 0 w 24384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438400" h="2209800">
                <a:moveTo>
                  <a:pt x="0" y="203200"/>
                </a:moveTo>
                <a:cubicBezTo>
                  <a:pt x="0" y="90976"/>
                  <a:pt x="90976" y="0"/>
                  <a:pt x="203200" y="0"/>
                </a:cubicBezTo>
                <a:lnTo>
                  <a:pt x="2235200" y="0"/>
                </a:lnTo>
                <a:cubicBezTo>
                  <a:pt x="2347424" y="0"/>
                  <a:pt x="2438400" y="90976"/>
                  <a:pt x="2438400" y="203200"/>
                </a:cubicBezTo>
                <a:lnTo>
                  <a:pt x="2438400" y="2006600"/>
                </a:lnTo>
                <a:cubicBezTo>
                  <a:pt x="2438400" y="2118824"/>
                  <a:pt x="2347424" y="2209800"/>
                  <a:pt x="2235200" y="2209800"/>
                </a:cubicBezTo>
                <a:lnTo>
                  <a:pt x="203200" y="2209800"/>
                </a:lnTo>
                <a:cubicBezTo>
                  <a:pt x="90976" y="2209800"/>
                  <a:pt x="0" y="2118824"/>
                  <a:pt x="0" y="20066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8" name="文本占位符 17"/>
          <p:cNvSpPr>
            <a:spLocks noGrp="1"/>
          </p:cNvSpPr>
          <p:nvPr>
            <p:ph type="body" idx="16390" hasCustomPrompt="1"/>
            <p:custDataLst>
              <p:tags r:id="rId11"/>
            </p:custDataLst>
          </p:nvPr>
        </p:nvSpPr>
        <p:spPr>
          <a:xfrm>
            <a:off x="3352800" y="4254500"/>
            <a:ext cx="2590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9" name="文本占位符 18"/>
          <p:cNvSpPr>
            <a:spLocks noGrp="1"/>
          </p:cNvSpPr>
          <p:nvPr>
            <p:ph type="body" idx="16391" hasCustomPrompt="1"/>
            <p:custDataLst>
              <p:tags r:id="rId12"/>
            </p:custDataLst>
          </p:nvPr>
        </p:nvSpPr>
        <p:spPr>
          <a:xfrm>
            <a:off x="3352800" y="4813300"/>
            <a:ext cx="2590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0" name="内容占位符 19"/>
          <p:cNvSpPr>
            <a:spLocks noGrp="1"/>
          </p:cNvSpPr>
          <p:nvPr>
            <p:ph idx="16397" hasCustomPrompt="1"/>
            <p:custDataLst>
              <p:tags r:id="rId13"/>
            </p:custDataLst>
          </p:nvPr>
        </p:nvSpPr>
        <p:spPr>
          <a:xfrm>
            <a:off x="6248400" y="4038600"/>
            <a:ext cx="2438400" cy="2209800"/>
          </a:xfrm>
          <a:custGeom>
            <a:avLst/>
            <a:gdLst>
              <a:gd name="connisteX0" fmla="*/ 0 w 2438400"/>
              <a:gd name="connsiteY0" fmla="*/ 203200 h 2209800"/>
              <a:gd name="connisteX1" fmla="*/ 203200 w 2438400"/>
              <a:gd name="connsiteY1" fmla="*/ 0 h 2209800"/>
              <a:gd name="connisteX2" fmla="*/ 2235200 w 2438400"/>
              <a:gd name="connsiteY2" fmla="*/ 0 h 2209800"/>
              <a:gd name="connisteX3" fmla="*/ 2438400 w 2438400"/>
              <a:gd name="connsiteY3" fmla="*/ 203200 h 2209800"/>
              <a:gd name="connisteX4" fmla="*/ 2438400 w 2438400"/>
              <a:gd name="connsiteY4" fmla="*/ 2006600 h 2209800"/>
              <a:gd name="connisteX5" fmla="*/ 2235200 w 2438400"/>
              <a:gd name="connsiteY5" fmla="*/ 2209800 h 2209800"/>
              <a:gd name="connisteX6" fmla="*/ 203200 w 2438400"/>
              <a:gd name="connsiteY6" fmla="*/ 2209800 h 2209800"/>
              <a:gd name="connisteX7" fmla="*/ 0 w 2438400"/>
              <a:gd name="connsiteY7" fmla="*/ 2006600 h 2209800"/>
              <a:gd name="connisteX8" fmla="*/ 0 w 24384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438400" h="2209800">
                <a:moveTo>
                  <a:pt x="0" y="203200"/>
                </a:moveTo>
                <a:cubicBezTo>
                  <a:pt x="0" y="90976"/>
                  <a:pt x="90976" y="0"/>
                  <a:pt x="203200" y="0"/>
                </a:cubicBezTo>
                <a:lnTo>
                  <a:pt x="2235200" y="0"/>
                </a:lnTo>
                <a:cubicBezTo>
                  <a:pt x="2347424" y="0"/>
                  <a:pt x="2438400" y="90976"/>
                  <a:pt x="2438400" y="203200"/>
                </a:cubicBezTo>
                <a:lnTo>
                  <a:pt x="2438400" y="2006600"/>
                </a:lnTo>
                <a:cubicBezTo>
                  <a:pt x="2438400" y="2118824"/>
                  <a:pt x="2347424" y="2209800"/>
                  <a:pt x="2235200" y="2209800"/>
                </a:cubicBezTo>
                <a:lnTo>
                  <a:pt x="203200" y="2209800"/>
                </a:lnTo>
                <a:cubicBezTo>
                  <a:pt x="90976" y="2209800"/>
                  <a:pt x="0" y="2118824"/>
                  <a:pt x="0" y="20066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1" name="文本占位符 20"/>
          <p:cNvSpPr>
            <a:spLocks noGrp="1"/>
          </p:cNvSpPr>
          <p:nvPr>
            <p:ph type="body" idx="16392" hasCustomPrompt="1"/>
            <p:custDataLst>
              <p:tags r:id="rId14"/>
            </p:custDataLst>
          </p:nvPr>
        </p:nvSpPr>
        <p:spPr>
          <a:xfrm>
            <a:off x="8991600" y="4254500"/>
            <a:ext cx="2590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22" name="文本占位符 21"/>
          <p:cNvSpPr>
            <a:spLocks noGrp="1"/>
          </p:cNvSpPr>
          <p:nvPr>
            <p:ph type="body" idx="16393" hasCustomPrompt="1"/>
            <p:custDataLst>
              <p:tags r:id="rId15"/>
            </p:custDataLst>
          </p:nvPr>
        </p:nvSpPr>
        <p:spPr>
          <a:xfrm>
            <a:off x="8991600" y="4813300"/>
            <a:ext cx="2590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正文页-6_42">
    <p:bg>
      <p:bgRef idx="1001">
        <a:schemeClr val="bg2"/>
      </p:bgRef>
    </p:bg>
    <p:spTree>
      <p:nvGrpSpPr>
        <p:cNvPr id="1" name=""/>
        <p:cNvGrpSpPr/>
        <p:nvPr/>
      </p:nvGrpSpPr>
      <p:grpSpPr>
        <a:xfrm>
          <a:off x="0" y="0"/>
          <a:ext cx="0" cy="0"/>
          <a:chOff x="0" y="0"/>
          <a:chExt cx="0" cy="0"/>
        </a:xfrm>
      </p:grpSpPr>
      <p:sp>
        <p:nvSpPr>
          <p:cNvPr id="9" name="灯片编号占位符 8"/>
          <p:cNvSpPr>
            <a:spLocks noGrp="1"/>
          </p:cNvSpPr>
          <p:nvPr>
            <p:ph type="sldNum" sz="quarter" idx="4"/>
            <p:custDataLst>
              <p:tags r:id="rId1"/>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12" name="页脚占位符 11"/>
          <p:cNvSpPr>
            <a:spLocks noGrp="1"/>
          </p:cNvSpPr>
          <p:nvPr>
            <p:ph type="ftr" sz="quarter" idx="3"/>
            <p:custDataLst>
              <p:tags r:id="rId2"/>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标题 5"/>
          <p:cNvSpPr>
            <a:spLocks noGrp="1"/>
          </p:cNvSpPr>
          <p:nvPr>
            <p:ph type="ctrTitle" idx="16385" hasCustomPrompt="1"/>
            <p:custDataLst>
              <p:tags r:id="rId3"/>
            </p:custDataLst>
          </p:nvPr>
        </p:nvSpPr>
        <p:spPr>
          <a:xfrm>
            <a:off x="609600" y="533400"/>
            <a:ext cx="73914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p>
        </p:txBody>
      </p:sp>
      <p:sp>
        <p:nvSpPr>
          <p:cNvPr id="7" name="内容占位符 6"/>
          <p:cNvSpPr>
            <a:spLocks noGrp="1"/>
          </p:cNvSpPr>
          <p:nvPr>
            <p:ph idx="16394" hasCustomPrompt="1"/>
            <p:custDataLst>
              <p:tags r:id="rId4"/>
            </p:custDataLst>
          </p:nvPr>
        </p:nvSpPr>
        <p:spPr>
          <a:xfrm>
            <a:off x="8610600" y="0"/>
            <a:ext cx="3581400" cy="6858000"/>
          </a:xfrm>
          <a:custGeom>
            <a:avLst/>
            <a:gdLst>
              <a:gd name="connisteX0" fmla="*/ 0 w 3581400"/>
              <a:gd name="connsiteY0" fmla="*/ 0 h 6858000"/>
              <a:gd name="connisteX1" fmla="*/ 3581400 w 3581400"/>
              <a:gd name="connsiteY1" fmla="*/ 0 h 6858000"/>
              <a:gd name="connisteX2" fmla="*/ 3581400 w 3581400"/>
              <a:gd name="connsiteY2" fmla="*/ 6858000 h 6858000"/>
              <a:gd name="connisteX3" fmla="*/ 0 w 3581400"/>
              <a:gd name="connsiteY3" fmla="*/ 6858000 h 6858000"/>
              <a:gd name="connisteX4" fmla="*/ 0 w 3581400"/>
              <a:gd name="connsiteY4" fmla="*/ 0 h 6858000"/>
            </a:gdLst>
            <a:ahLst/>
            <a:cxnLst>
              <a:cxn ang="0">
                <a:pos x="connisteX0" y="connsiteY0"/>
              </a:cxn>
              <a:cxn ang="0">
                <a:pos x="connisteX1" y="connsiteY1"/>
              </a:cxn>
              <a:cxn ang="0">
                <a:pos x="connisteX2" y="connsiteY2"/>
              </a:cxn>
              <a:cxn ang="0">
                <a:pos x="connisteX3" y="connsiteY3"/>
              </a:cxn>
              <a:cxn ang="0">
                <a:pos x="connisteX4" y="connsiteY4"/>
              </a:cxn>
            </a:cxnLst>
            <a:rect l="0" t="0" r="0" b="0"/>
            <a:pathLst>
              <a:path w="3581400" h="6858000">
                <a:moveTo>
                  <a:pt x="0" y="0"/>
                </a:moveTo>
                <a:lnTo>
                  <a:pt x="3581400" y="0"/>
                </a:lnTo>
                <a:lnTo>
                  <a:pt x="3581400" y="6858000"/>
                </a:lnTo>
                <a:lnTo>
                  <a:pt x="0" y="6858000"/>
                </a:lnTo>
                <a:lnTo>
                  <a:pt x="0" y="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8" name="装饰  7"/>
          <p:cNvSpPr>
            <a:spLocks noGrp="1"/>
          </p:cNvSpPr>
          <p:nvPr>
            <p:ph type="body" idx="16395" hasCustomPrompt="1"/>
            <p:custDataLst>
              <p:tags r:id="rId5"/>
            </p:custDataLst>
          </p:nvPr>
        </p:nvSpPr>
        <p:spPr>
          <a:xfrm>
            <a:off x="609600" y="19304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0" name="文本占位符 9"/>
          <p:cNvSpPr>
            <a:spLocks noGrp="1"/>
          </p:cNvSpPr>
          <p:nvPr>
            <p:ph type="body" idx="16386" hasCustomPrompt="1"/>
            <p:custDataLst>
              <p:tags r:id="rId6"/>
            </p:custDataLst>
          </p:nvPr>
        </p:nvSpPr>
        <p:spPr>
          <a:xfrm>
            <a:off x="762000" y="1930400"/>
            <a:ext cx="33147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1" name="文本占位符 10"/>
          <p:cNvSpPr>
            <a:spLocks noGrp="1"/>
          </p:cNvSpPr>
          <p:nvPr>
            <p:ph type="body" idx="16387" hasCustomPrompt="1"/>
            <p:custDataLst>
              <p:tags r:id="rId7"/>
            </p:custDataLst>
          </p:nvPr>
        </p:nvSpPr>
        <p:spPr>
          <a:xfrm>
            <a:off x="762000" y="2438400"/>
            <a:ext cx="33147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3" name="装饰  2"/>
          <p:cNvSpPr>
            <a:spLocks noGrp="1"/>
          </p:cNvSpPr>
          <p:nvPr>
            <p:ph type="body" idx="16396" hasCustomPrompt="1"/>
            <p:custDataLst>
              <p:tags r:id="rId8"/>
            </p:custDataLst>
          </p:nvPr>
        </p:nvSpPr>
        <p:spPr>
          <a:xfrm>
            <a:off x="4533900" y="19304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6" name="文本占位符 15"/>
          <p:cNvSpPr>
            <a:spLocks noGrp="1"/>
          </p:cNvSpPr>
          <p:nvPr>
            <p:ph type="body" idx="16388" hasCustomPrompt="1"/>
            <p:custDataLst>
              <p:tags r:id="rId9"/>
            </p:custDataLst>
          </p:nvPr>
        </p:nvSpPr>
        <p:spPr>
          <a:xfrm>
            <a:off x="4686300" y="1930400"/>
            <a:ext cx="33147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7" name="文本占位符 16"/>
          <p:cNvSpPr>
            <a:spLocks noGrp="1"/>
          </p:cNvSpPr>
          <p:nvPr>
            <p:ph type="body" idx="16389" hasCustomPrompt="1"/>
            <p:custDataLst>
              <p:tags r:id="rId10"/>
            </p:custDataLst>
          </p:nvPr>
        </p:nvSpPr>
        <p:spPr>
          <a:xfrm>
            <a:off x="4686300" y="2438400"/>
            <a:ext cx="33147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8" name="装饰  7"/>
          <p:cNvSpPr>
            <a:spLocks noGrp="1"/>
          </p:cNvSpPr>
          <p:nvPr>
            <p:ph type="body" idx="16397" hasCustomPrompt="1"/>
            <p:custDataLst>
              <p:tags r:id="rId11"/>
            </p:custDataLst>
          </p:nvPr>
        </p:nvSpPr>
        <p:spPr>
          <a:xfrm>
            <a:off x="609600" y="41148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9" name="文本占位符 18"/>
          <p:cNvSpPr>
            <a:spLocks noGrp="1"/>
          </p:cNvSpPr>
          <p:nvPr>
            <p:ph type="body" idx="16390" hasCustomPrompt="1"/>
            <p:custDataLst>
              <p:tags r:id="rId12"/>
            </p:custDataLst>
          </p:nvPr>
        </p:nvSpPr>
        <p:spPr>
          <a:xfrm>
            <a:off x="762000" y="4114800"/>
            <a:ext cx="33147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0" name="文本占位符 19"/>
          <p:cNvSpPr>
            <a:spLocks noGrp="1"/>
          </p:cNvSpPr>
          <p:nvPr>
            <p:ph type="body" idx="16391" hasCustomPrompt="1"/>
            <p:custDataLst>
              <p:tags r:id="rId13"/>
            </p:custDataLst>
          </p:nvPr>
        </p:nvSpPr>
        <p:spPr>
          <a:xfrm>
            <a:off x="762000" y="4622800"/>
            <a:ext cx="33147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1" name="装饰  0"/>
          <p:cNvSpPr>
            <a:spLocks noGrp="1"/>
          </p:cNvSpPr>
          <p:nvPr>
            <p:ph type="body" idx="16398" hasCustomPrompt="1"/>
            <p:custDataLst>
              <p:tags r:id="rId14"/>
            </p:custDataLst>
          </p:nvPr>
        </p:nvSpPr>
        <p:spPr>
          <a:xfrm>
            <a:off x="4533900" y="41148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2" name="文本占位符 21"/>
          <p:cNvSpPr>
            <a:spLocks noGrp="1"/>
          </p:cNvSpPr>
          <p:nvPr>
            <p:ph type="body" idx="16392" hasCustomPrompt="1"/>
            <p:custDataLst>
              <p:tags r:id="rId15"/>
            </p:custDataLst>
          </p:nvPr>
        </p:nvSpPr>
        <p:spPr>
          <a:xfrm>
            <a:off x="4686300" y="4114800"/>
            <a:ext cx="33147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3" name="文本占位符 22"/>
          <p:cNvSpPr>
            <a:spLocks noGrp="1"/>
          </p:cNvSpPr>
          <p:nvPr>
            <p:ph type="body" idx="16393" hasCustomPrompt="1"/>
            <p:custDataLst>
              <p:tags r:id="rId16"/>
            </p:custDataLst>
          </p:nvPr>
        </p:nvSpPr>
        <p:spPr>
          <a:xfrm>
            <a:off x="4686300" y="4622800"/>
            <a:ext cx="33147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正文页-10003_16">
    <p:bg>
      <p:bgRef idx="1001">
        <a:schemeClr val="bg2"/>
      </p:bgRef>
    </p:bg>
    <p:spTree>
      <p:nvGrpSpPr>
        <p:cNvPr id="1" name=""/>
        <p:cNvGrpSpPr/>
        <p:nvPr/>
      </p:nvGrpSpPr>
      <p:grpSpPr>
        <a:xfrm>
          <a:off x="0" y="0"/>
          <a:ext cx="0" cy="0"/>
          <a:chOff x="0" y="0"/>
          <a:chExt cx="0" cy="0"/>
        </a:xfrm>
      </p:grpSpPr>
      <p:sp>
        <p:nvSpPr>
          <p:cNvPr id="9" name="灯片编号占位符 8"/>
          <p:cNvSpPr>
            <a:spLocks noGrp="1"/>
          </p:cNvSpPr>
          <p:nvPr>
            <p:ph type="sldNum" sz="quarter" idx="4"/>
            <p:custDataLst>
              <p:tags r:id="rId1"/>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12" name="页脚占位符 11"/>
          <p:cNvSpPr>
            <a:spLocks noGrp="1"/>
          </p:cNvSpPr>
          <p:nvPr>
            <p:ph type="ftr" sz="quarter" idx="3"/>
            <p:custDataLst>
              <p:tags r:id="rId2"/>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标题 5"/>
          <p:cNvSpPr>
            <a:spLocks noGrp="1"/>
          </p:cNvSpPr>
          <p:nvPr>
            <p:ph type="ctrTitle" idx="16385" hasCustomPrompt="1"/>
            <p:custDataLst>
              <p:tags r:id="rId3"/>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t>单击此处添加标题</a:t>
            </a:r>
          </a:p>
        </p:txBody>
      </p:sp>
      <p:sp>
        <p:nvSpPr>
          <p:cNvPr id="7" name="文本占位符 6"/>
          <p:cNvSpPr>
            <a:spLocks noGrp="1"/>
          </p:cNvSpPr>
          <p:nvPr>
            <p:ph type="body" idx="16386" hasCustomPrompt="1"/>
            <p:custDataLst>
              <p:tags r:id="rId4"/>
            </p:custDataLst>
          </p:nvPr>
        </p:nvSpPr>
        <p:spPr>
          <a:xfrm>
            <a:off x="609600" y="1727200"/>
            <a:ext cx="34544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8" name="装饰  7"/>
          <p:cNvSpPr>
            <a:spLocks noGrp="1"/>
          </p:cNvSpPr>
          <p:nvPr>
            <p:ph type="body" idx="16392" hasCustomPrompt="1"/>
            <p:custDataLst>
              <p:tags r:id="rId5"/>
            </p:custDataLst>
          </p:nvPr>
        </p:nvSpPr>
        <p:spPr>
          <a:xfrm>
            <a:off x="609600" y="2286000"/>
            <a:ext cx="3454400" cy="3759200"/>
          </a:xfrm>
          <a:custGeom>
            <a:avLst/>
            <a:gdLst>
              <a:gd name="connisteX0" fmla="*/ 0 w 3454400"/>
              <a:gd name="connsiteY0" fmla="*/ 203200 h 3759200"/>
              <a:gd name="connisteX1" fmla="*/ 203200 w 3454400"/>
              <a:gd name="connsiteY1" fmla="*/ 0 h 3759200"/>
              <a:gd name="connisteX2" fmla="*/ 3251200 w 3454400"/>
              <a:gd name="connsiteY2" fmla="*/ 0 h 3759200"/>
              <a:gd name="connisteX3" fmla="*/ 3454400 w 3454400"/>
              <a:gd name="connsiteY3" fmla="*/ 203200 h 3759200"/>
              <a:gd name="connisteX4" fmla="*/ 3454400 w 3454400"/>
              <a:gd name="connsiteY4" fmla="*/ 3556000 h 3759200"/>
              <a:gd name="connisteX5" fmla="*/ 3251200 w 3454400"/>
              <a:gd name="connsiteY5" fmla="*/ 3759200 h 3759200"/>
              <a:gd name="connisteX6" fmla="*/ 203200 w 3454400"/>
              <a:gd name="connsiteY6" fmla="*/ 3759200 h 3759200"/>
              <a:gd name="connisteX7" fmla="*/ 0 w 3454400"/>
              <a:gd name="connsiteY7" fmla="*/ 3556000 h 3759200"/>
              <a:gd name="connisteX8" fmla="*/ 0 w 3454400"/>
              <a:gd name="connsiteY8" fmla="*/ 203200 h 375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3759200">
                <a:moveTo>
                  <a:pt x="0" y="203200"/>
                </a:moveTo>
                <a:cubicBezTo>
                  <a:pt x="0" y="90976"/>
                  <a:pt x="90976" y="0"/>
                  <a:pt x="203200" y="0"/>
                </a:cubicBezTo>
                <a:lnTo>
                  <a:pt x="3251200" y="0"/>
                </a:lnTo>
                <a:cubicBezTo>
                  <a:pt x="3363424" y="0"/>
                  <a:pt x="3454400" y="90976"/>
                  <a:pt x="3454400" y="203200"/>
                </a:cubicBezTo>
                <a:lnTo>
                  <a:pt x="3454400" y="3556000"/>
                </a:lnTo>
                <a:cubicBezTo>
                  <a:pt x="3454400" y="3668224"/>
                  <a:pt x="3363424" y="3759200"/>
                  <a:pt x="3251200" y="3759200"/>
                </a:cubicBezTo>
                <a:lnTo>
                  <a:pt x="203200" y="3759200"/>
                </a:lnTo>
                <a:cubicBezTo>
                  <a:pt x="90976" y="3759200"/>
                  <a:pt x="0" y="3668224"/>
                  <a:pt x="0" y="35560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0" name="文本占位符 9"/>
          <p:cNvSpPr>
            <a:spLocks noGrp="1"/>
          </p:cNvSpPr>
          <p:nvPr>
            <p:ph type="body" idx="16387" hasCustomPrompt="1"/>
            <p:custDataLst>
              <p:tags r:id="rId6"/>
            </p:custDataLst>
          </p:nvPr>
        </p:nvSpPr>
        <p:spPr>
          <a:xfrm>
            <a:off x="914400" y="2946400"/>
            <a:ext cx="28448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1" name="文本占位符 10"/>
          <p:cNvSpPr>
            <a:spLocks noGrp="1"/>
          </p:cNvSpPr>
          <p:nvPr>
            <p:ph type="body" idx="16388" hasCustomPrompt="1"/>
            <p:custDataLst>
              <p:tags r:id="rId7"/>
            </p:custDataLst>
          </p:nvPr>
        </p:nvSpPr>
        <p:spPr>
          <a:xfrm>
            <a:off x="4368800" y="1727200"/>
            <a:ext cx="34544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3" name="装饰  2"/>
          <p:cNvSpPr>
            <a:spLocks noGrp="1"/>
          </p:cNvSpPr>
          <p:nvPr>
            <p:ph type="body" idx="16393" hasCustomPrompt="1"/>
            <p:custDataLst>
              <p:tags r:id="rId8"/>
            </p:custDataLst>
          </p:nvPr>
        </p:nvSpPr>
        <p:spPr>
          <a:xfrm>
            <a:off x="4368800" y="2286000"/>
            <a:ext cx="3454400" cy="3759200"/>
          </a:xfrm>
          <a:custGeom>
            <a:avLst/>
            <a:gdLst>
              <a:gd name="connisteX0" fmla="*/ 0 w 3454400"/>
              <a:gd name="connsiteY0" fmla="*/ 203200 h 3759200"/>
              <a:gd name="connisteX1" fmla="*/ 203200 w 3454400"/>
              <a:gd name="connsiteY1" fmla="*/ 0 h 3759200"/>
              <a:gd name="connisteX2" fmla="*/ 3251200 w 3454400"/>
              <a:gd name="connsiteY2" fmla="*/ 0 h 3759200"/>
              <a:gd name="connisteX3" fmla="*/ 3454400 w 3454400"/>
              <a:gd name="connsiteY3" fmla="*/ 203200 h 3759200"/>
              <a:gd name="connisteX4" fmla="*/ 3454400 w 3454400"/>
              <a:gd name="connsiteY4" fmla="*/ 3556000 h 3759200"/>
              <a:gd name="connisteX5" fmla="*/ 3251200 w 3454400"/>
              <a:gd name="connsiteY5" fmla="*/ 3759200 h 3759200"/>
              <a:gd name="connisteX6" fmla="*/ 203200 w 3454400"/>
              <a:gd name="connsiteY6" fmla="*/ 3759200 h 3759200"/>
              <a:gd name="connisteX7" fmla="*/ 0 w 3454400"/>
              <a:gd name="connsiteY7" fmla="*/ 3556000 h 3759200"/>
              <a:gd name="connisteX8" fmla="*/ 0 w 3454400"/>
              <a:gd name="connsiteY8" fmla="*/ 203200 h 375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3759200">
                <a:moveTo>
                  <a:pt x="0" y="203200"/>
                </a:moveTo>
                <a:cubicBezTo>
                  <a:pt x="0" y="90976"/>
                  <a:pt x="90976" y="0"/>
                  <a:pt x="203200" y="0"/>
                </a:cubicBezTo>
                <a:lnTo>
                  <a:pt x="3251200" y="0"/>
                </a:lnTo>
                <a:cubicBezTo>
                  <a:pt x="3363424" y="0"/>
                  <a:pt x="3454400" y="90976"/>
                  <a:pt x="3454400" y="203200"/>
                </a:cubicBezTo>
                <a:lnTo>
                  <a:pt x="3454400" y="3556000"/>
                </a:lnTo>
                <a:cubicBezTo>
                  <a:pt x="3454400" y="3668224"/>
                  <a:pt x="3363424" y="3759200"/>
                  <a:pt x="3251200" y="3759200"/>
                </a:cubicBezTo>
                <a:lnTo>
                  <a:pt x="203200" y="3759200"/>
                </a:lnTo>
                <a:cubicBezTo>
                  <a:pt x="90976" y="3759200"/>
                  <a:pt x="0" y="3668224"/>
                  <a:pt x="0" y="35560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6" name="文本占位符 15"/>
          <p:cNvSpPr>
            <a:spLocks noGrp="1"/>
          </p:cNvSpPr>
          <p:nvPr>
            <p:ph type="body" idx="16389" hasCustomPrompt="1"/>
            <p:custDataLst>
              <p:tags r:id="rId9"/>
            </p:custDataLst>
          </p:nvPr>
        </p:nvSpPr>
        <p:spPr>
          <a:xfrm>
            <a:off x="4673600" y="2946400"/>
            <a:ext cx="28448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7" name="文本占位符 16"/>
          <p:cNvSpPr>
            <a:spLocks noGrp="1"/>
          </p:cNvSpPr>
          <p:nvPr>
            <p:ph type="body" idx="16390" hasCustomPrompt="1"/>
            <p:custDataLst>
              <p:tags r:id="rId10"/>
            </p:custDataLst>
          </p:nvPr>
        </p:nvSpPr>
        <p:spPr>
          <a:xfrm>
            <a:off x="8128000" y="1727200"/>
            <a:ext cx="34544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装饰  7"/>
          <p:cNvSpPr>
            <a:spLocks noGrp="1"/>
          </p:cNvSpPr>
          <p:nvPr>
            <p:ph type="body" idx="16394" hasCustomPrompt="1"/>
            <p:custDataLst>
              <p:tags r:id="rId11"/>
            </p:custDataLst>
          </p:nvPr>
        </p:nvSpPr>
        <p:spPr>
          <a:xfrm>
            <a:off x="8128000" y="2286000"/>
            <a:ext cx="3454400" cy="3759200"/>
          </a:xfrm>
          <a:custGeom>
            <a:avLst/>
            <a:gdLst>
              <a:gd name="connisteX0" fmla="*/ 0 w 3454400"/>
              <a:gd name="connsiteY0" fmla="*/ 203200 h 3759200"/>
              <a:gd name="connisteX1" fmla="*/ 203200 w 3454400"/>
              <a:gd name="connsiteY1" fmla="*/ 0 h 3759200"/>
              <a:gd name="connisteX2" fmla="*/ 3251200 w 3454400"/>
              <a:gd name="connsiteY2" fmla="*/ 0 h 3759200"/>
              <a:gd name="connisteX3" fmla="*/ 3454400 w 3454400"/>
              <a:gd name="connsiteY3" fmla="*/ 203200 h 3759200"/>
              <a:gd name="connisteX4" fmla="*/ 3454400 w 3454400"/>
              <a:gd name="connsiteY4" fmla="*/ 3556000 h 3759200"/>
              <a:gd name="connisteX5" fmla="*/ 3251200 w 3454400"/>
              <a:gd name="connsiteY5" fmla="*/ 3759200 h 3759200"/>
              <a:gd name="connisteX6" fmla="*/ 203200 w 3454400"/>
              <a:gd name="connsiteY6" fmla="*/ 3759200 h 3759200"/>
              <a:gd name="connisteX7" fmla="*/ 0 w 3454400"/>
              <a:gd name="connsiteY7" fmla="*/ 3556000 h 3759200"/>
              <a:gd name="connisteX8" fmla="*/ 0 w 3454400"/>
              <a:gd name="connsiteY8" fmla="*/ 203200 h 375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3454400" h="3759200">
                <a:moveTo>
                  <a:pt x="0" y="203200"/>
                </a:moveTo>
                <a:cubicBezTo>
                  <a:pt x="0" y="90976"/>
                  <a:pt x="90976" y="0"/>
                  <a:pt x="203200" y="0"/>
                </a:cubicBezTo>
                <a:lnTo>
                  <a:pt x="3251200" y="0"/>
                </a:lnTo>
                <a:cubicBezTo>
                  <a:pt x="3363424" y="0"/>
                  <a:pt x="3454400" y="90976"/>
                  <a:pt x="3454400" y="203200"/>
                </a:cubicBezTo>
                <a:lnTo>
                  <a:pt x="3454400" y="3556000"/>
                </a:lnTo>
                <a:cubicBezTo>
                  <a:pt x="3454400" y="3668224"/>
                  <a:pt x="3363424" y="3759200"/>
                  <a:pt x="3251200" y="3759200"/>
                </a:cubicBezTo>
                <a:lnTo>
                  <a:pt x="203200" y="3759200"/>
                </a:lnTo>
                <a:cubicBezTo>
                  <a:pt x="90976" y="3759200"/>
                  <a:pt x="0" y="3668224"/>
                  <a:pt x="0" y="35560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9" name="文本占位符 18"/>
          <p:cNvSpPr>
            <a:spLocks noGrp="1"/>
          </p:cNvSpPr>
          <p:nvPr>
            <p:ph type="body" idx="16391" hasCustomPrompt="1"/>
            <p:custDataLst>
              <p:tags r:id="rId12"/>
            </p:custDataLst>
          </p:nvPr>
        </p:nvSpPr>
        <p:spPr>
          <a:xfrm>
            <a:off x="8432800" y="2946400"/>
            <a:ext cx="2844800" cy="2438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正文页-59_17">
    <p:bg>
      <p:bgRef idx="1001">
        <a:schemeClr val="bg2"/>
      </p:bgRef>
    </p:bg>
    <p:spTree>
      <p:nvGrpSpPr>
        <p:cNvPr id="1" name=""/>
        <p:cNvGrpSpPr/>
        <p:nvPr/>
      </p:nvGrpSpPr>
      <p:grpSpPr>
        <a:xfrm>
          <a:off x="0" y="0"/>
          <a:ext cx="0" cy="0"/>
          <a:chOff x="0" y="0"/>
          <a:chExt cx="0" cy="0"/>
        </a:xfrm>
      </p:grpSpPr>
      <p:sp>
        <p:nvSpPr>
          <p:cNvPr id="9" name="灯片编号占位符 8"/>
          <p:cNvSpPr>
            <a:spLocks noGrp="1"/>
          </p:cNvSpPr>
          <p:nvPr>
            <p:ph type="sldNum" sz="quarter" idx="4"/>
            <p:custDataLst>
              <p:tags r:id="rId1"/>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12" name="页脚占位符 11"/>
          <p:cNvSpPr>
            <a:spLocks noGrp="1"/>
          </p:cNvSpPr>
          <p:nvPr>
            <p:ph type="ftr" sz="quarter" idx="3"/>
            <p:custDataLst>
              <p:tags r:id="rId2"/>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标题 5"/>
          <p:cNvSpPr>
            <a:spLocks noGrp="1"/>
          </p:cNvSpPr>
          <p:nvPr>
            <p:ph type="ctrTitle" idx="16385" hasCustomPrompt="1"/>
            <p:custDataLst>
              <p:tags r:id="rId3"/>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p>
        </p:txBody>
      </p:sp>
      <p:sp>
        <p:nvSpPr>
          <p:cNvPr id="7" name="内容占位符 6"/>
          <p:cNvSpPr>
            <a:spLocks noGrp="1"/>
          </p:cNvSpPr>
          <p:nvPr>
            <p:ph idx="16392" hasCustomPrompt="1"/>
            <p:custDataLst>
              <p:tags r:id="rId4"/>
            </p:custDataLst>
          </p:nvPr>
        </p:nvSpPr>
        <p:spPr>
          <a:xfrm>
            <a:off x="609600" y="4013200"/>
            <a:ext cx="10972800" cy="2235200"/>
          </a:xfrm>
          <a:custGeom>
            <a:avLst/>
            <a:gdLst>
              <a:gd name="connisteX0" fmla="*/ 0 w 10972800"/>
              <a:gd name="connsiteY0" fmla="*/ 203200 h 2235200"/>
              <a:gd name="connisteX1" fmla="*/ 203200 w 10972800"/>
              <a:gd name="connsiteY1" fmla="*/ 0 h 2235200"/>
              <a:gd name="connisteX2" fmla="*/ 10769600 w 10972800"/>
              <a:gd name="connsiteY2" fmla="*/ 0 h 2235200"/>
              <a:gd name="connisteX3" fmla="*/ 10972800 w 10972800"/>
              <a:gd name="connsiteY3" fmla="*/ 203200 h 2235200"/>
              <a:gd name="connisteX4" fmla="*/ 10972800 w 10972800"/>
              <a:gd name="connsiteY4" fmla="*/ 2032000 h 2235200"/>
              <a:gd name="connisteX5" fmla="*/ 10769600 w 10972800"/>
              <a:gd name="connsiteY5" fmla="*/ 2235200 h 2235200"/>
              <a:gd name="connisteX6" fmla="*/ 203200 w 10972800"/>
              <a:gd name="connsiteY6" fmla="*/ 2235200 h 2235200"/>
              <a:gd name="connisteX7" fmla="*/ 0 w 10972800"/>
              <a:gd name="connsiteY7" fmla="*/ 2032000 h 2235200"/>
              <a:gd name="connisteX8" fmla="*/ 0 w 10972800"/>
              <a:gd name="connsiteY8" fmla="*/ 203200 h 2235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235200">
                <a:moveTo>
                  <a:pt x="0" y="203200"/>
                </a:moveTo>
                <a:cubicBezTo>
                  <a:pt x="0" y="90976"/>
                  <a:pt x="90976" y="0"/>
                  <a:pt x="203200" y="0"/>
                </a:cubicBezTo>
                <a:lnTo>
                  <a:pt x="10769600" y="0"/>
                </a:lnTo>
                <a:cubicBezTo>
                  <a:pt x="10881824" y="0"/>
                  <a:pt x="10972800" y="90976"/>
                  <a:pt x="10972800" y="203200"/>
                </a:cubicBezTo>
                <a:lnTo>
                  <a:pt x="10972800" y="2032000"/>
                </a:lnTo>
                <a:cubicBezTo>
                  <a:pt x="10972800" y="2144224"/>
                  <a:pt x="10881824" y="2235200"/>
                  <a:pt x="10769600" y="2235200"/>
                </a:cubicBezTo>
                <a:lnTo>
                  <a:pt x="203200" y="2235200"/>
                </a:lnTo>
                <a:cubicBezTo>
                  <a:pt x="90976" y="2235200"/>
                  <a:pt x="0" y="2144224"/>
                  <a:pt x="0" y="20320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8" name="装饰  7"/>
          <p:cNvSpPr>
            <a:spLocks noGrp="1"/>
          </p:cNvSpPr>
          <p:nvPr>
            <p:ph type="body" idx="16393" hasCustomPrompt="1"/>
            <p:custDataLst>
              <p:tags r:id="rId5"/>
            </p:custDataLst>
          </p:nvPr>
        </p:nvSpPr>
        <p:spPr>
          <a:xfrm>
            <a:off x="609600" y="15240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0" name="文本占位符 9"/>
          <p:cNvSpPr>
            <a:spLocks noGrp="1"/>
          </p:cNvSpPr>
          <p:nvPr>
            <p:ph type="body" idx="16386" hasCustomPrompt="1"/>
            <p:custDataLst>
              <p:tags r:id="rId6"/>
            </p:custDataLst>
          </p:nvPr>
        </p:nvSpPr>
        <p:spPr>
          <a:xfrm>
            <a:off x="762000" y="15240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1" name="文本占位符 10"/>
          <p:cNvSpPr>
            <a:spLocks noGrp="1"/>
          </p:cNvSpPr>
          <p:nvPr>
            <p:ph type="body" idx="16387" hasCustomPrompt="1"/>
            <p:custDataLst>
              <p:tags r:id="rId7"/>
            </p:custDataLst>
          </p:nvPr>
        </p:nvSpPr>
        <p:spPr>
          <a:xfrm>
            <a:off x="762000" y="2032000"/>
            <a:ext cx="3098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3" name="装饰  2"/>
          <p:cNvSpPr>
            <a:spLocks noGrp="1"/>
          </p:cNvSpPr>
          <p:nvPr>
            <p:ph type="body" idx="16394" hasCustomPrompt="1"/>
            <p:custDataLst>
              <p:tags r:id="rId8"/>
            </p:custDataLst>
          </p:nvPr>
        </p:nvSpPr>
        <p:spPr>
          <a:xfrm>
            <a:off x="4470400" y="15240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6" name="文本占位符 15"/>
          <p:cNvSpPr>
            <a:spLocks noGrp="1"/>
          </p:cNvSpPr>
          <p:nvPr>
            <p:ph type="body" idx="16388" hasCustomPrompt="1"/>
            <p:custDataLst>
              <p:tags r:id="rId9"/>
            </p:custDataLst>
          </p:nvPr>
        </p:nvSpPr>
        <p:spPr>
          <a:xfrm>
            <a:off x="4622800" y="15240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7" name="文本占位符 16"/>
          <p:cNvSpPr>
            <a:spLocks noGrp="1"/>
          </p:cNvSpPr>
          <p:nvPr>
            <p:ph type="body" idx="16389" hasCustomPrompt="1"/>
            <p:custDataLst>
              <p:tags r:id="rId10"/>
            </p:custDataLst>
          </p:nvPr>
        </p:nvSpPr>
        <p:spPr>
          <a:xfrm>
            <a:off x="4622800" y="2032000"/>
            <a:ext cx="3098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8" name="装饰  7"/>
          <p:cNvSpPr>
            <a:spLocks noGrp="1"/>
          </p:cNvSpPr>
          <p:nvPr>
            <p:ph type="body" idx="16395" hasCustomPrompt="1"/>
            <p:custDataLst>
              <p:tags r:id="rId11"/>
            </p:custDataLst>
          </p:nvPr>
        </p:nvSpPr>
        <p:spPr>
          <a:xfrm>
            <a:off x="8331200" y="1524000"/>
            <a:ext cx="50800" cy="2032000"/>
          </a:xfrm>
          <a:custGeom>
            <a:avLst/>
            <a:gdLst>
              <a:gd name="connisteX0" fmla="*/ 0 w 50800"/>
              <a:gd name="connsiteY0" fmla="*/ 25400 h 2032000"/>
              <a:gd name="connisteX1" fmla="*/ 25400 w 50800"/>
              <a:gd name="connsiteY1" fmla="*/ 0 h 2032000"/>
              <a:gd name="connisteX2" fmla="*/ 25400 w 50800"/>
              <a:gd name="connsiteY2" fmla="*/ 0 h 2032000"/>
              <a:gd name="connisteX3" fmla="*/ 50800 w 50800"/>
              <a:gd name="connsiteY3" fmla="*/ 25400 h 2032000"/>
              <a:gd name="connisteX4" fmla="*/ 50800 w 50800"/>
              <a:gd name="connsiteY4" fmla="*/ 2006600 h 2032000"/>
              <a:gd name="connisteX5" fmla="*/ 25400 w 50800"/>
              <a:gd name="connsiteY5" fmla="*/ 2032000 h 2032000"/>
              <a:gd name="connisteX6" fmla="*/ 25400 w 50800"/>
              <a:gd name="connsiteY6" fmla="*/ 2032000 h 2032000"/>
              <a:gd name="connisteX7" fmla="*/ 0 w 50800"/>
              <a:gd name="connsiteY7" fmla="*/ 2006600 h 2032000"/>
              <a:gd name="connisteX8" fmla="*/ 0 w 50800"/>
              <a:gd name="connsiteY8" fmla="*/ 254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2032000">
                <a:moveTo>
                  <a:pt x="0" y="25400"/>
                </a:moveTo>
                <a:cubicBezTo>
                  <a:pt x="0" y="11372"/>
                  <a:pt x="11372" y="0"/>
                  <a:pt x="25400" y="0"/>
                </a:cubicBezTo>
                <a:lnTo>
                  <a:pt x="25400" y="0"/>
                </a:lnTo>
                <a:cubicBezTo>
                  <a:pt x="39428" y="0"/>
                  <a:pt x="50800" y="11372"/>
                  <a:pt x="50800" y="25400"/>
                </a:cubicBezTo>
                <a:lnTo>
                  <a:pt x="50800" y="2006600"/>
                </a:lnTo>
                <a:cubicBezTo>
                  <a:pt x="50800" y="2020628"/>
                  <a:pt x="39428" y="2032000"/>
                  <a:pt x="25400" y="2032000"/>
                </a:cubicBezTo>
                <a:lnTo>
                  <a:pt x="25400" y="2032000"/>
                </a:lnTo>
                <a:cubicBezTo>
                  <a:pt x="11372" y="2032000"/>
                  <a:pt x="0" y="2020628"/>
                  <a:pt x="0" y="20066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9" name="文本占位符 18"/>
          <p:cNvSpPr>
            <a:spLocks noGrp="1"/>
          </p:cNvSpPr>
          <p:nvPr>
            <p:ph type="body" idx="16390" hasCustomPrompt="1"/>
            <p:custDataLst>
              <p:tags r:id="rId12"/>
            </p:custDataLst>
          </p:nvPr>
        </p:nvSpPr>
        <p:spPr>
          <a:xfrm>
            <a:off x="8483600" y="15240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0" name="文本占位符 19"/>
          <p:cNvSpPr>
            <a:spLocks noGrp="1"/>
          </p:cNvSpPr>
          <p:nvPr>
            <p:ph type="body" idx="16391" hasCustomPrompt="1"/>
            <p:custDataLst>
              <p:tags r:id="rId13"/>
            </p:custDataLst>
          </p:nvPr>
        </p:nvSpPr>
        <p:spPr>
          <a:xfrm>
            <a:off x="8483600" y="2032000"/>
            <a:ext cx="3098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正文页-10013_23">
    <p:bg>
      <p:bgRef idx="1001">
        <a:schemeClr val="bg2"/>
      </p:bgRef>
    </p:bg>
    <p:spTree>
      <p:nvGrpSpPr>
        <p:cNvPr id="1" name=""/>
        <p:cNvGrpSpPr/>
        <p:nvPr/>
      </p:nvGrpSpPr>
      <p:grpSpPr>
        <a:xfrm>
          <a:off x="0" y="0"/>
          <a:ext cx="0" cy="0"/>
          <a:chOff x="0" y="0"/>
          <a:chExt cx="0" cy="0"/>
        </a:xfrm>
      </p:grpSpPr>
      <p:sp>
        <p:nvSpPr>
          <p:cNvPr id="9" name="灯片编号占位符 8"/>
          <p:cNvSpPr>
            <a:spLocks noGrp="1"/>
          </p:cNvSpPr>
          <p:nvPr>
            <p:ph type="sldNum" sz="quarter" idx="4"/>
            <p:custDataLst>
              <p:tags r:id="rId1"/>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12" name="页脚占位符 11"/>
          <p:cNvSpPr>
            <a:spLocks noGrp="1"/>
          </p:cNvSpPr>
          <p:nvPr>
            <p:ph type="ftr" sz="quarter" idx="3"/>
            <p:custDataLst>
              <p:tags r:id="rId2"/>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标题 5"/>
          <p:cNvSpPr>
            <a:spLocks noGrp="1"/>
          </p:cNvSpPr>
          <p:nvPr>
            <p:ph type="ctrTitle" idx="16385" hasCustomPrompt="1"/>
            <p:custDataLst>
              <p:tags r:id="rId3"/>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p>
        </p:txBody>
      </p:sp>
      <p:sp>
        <p:nvSpPr>
          <p:cNvPr id="7" name="内容占位符 6"/>
          <p:cNvSpPr>
            <a:spLocks noGrp="1"/>
          </p:cNvSpPr>
          <p:nvPr>
            <p:ph idx="16394" hasCustomPrompt="1"/>
            <p:custDataLst>
              <p:tags r:id="rId4"/>
            </p:custDataLst>
          </p:nvPr>
        </p:nvSpPr>
        <p:spPr>
          <a:xfrm>
            <a:off x="609600" y="1524000"/>
            <a:ext cx="10972800" cy="2184400"/>
          </a:xfrm>
          <a:custGeom>
            <a:avLst/>
            <a:gdLst>
              <a:gd name="connisteX0" fmla="*/ 0 w 10972800"/>
              <a:gd name="connsiteY0" fmla="*/ 203200 h 2184400"/>
              <a:gd name="connisteX1" fmla="*/ 203200 w 10972800"/>
              <a:gd name="connsiteY1" fmla="*/ 0 h 2184400"/>
              <a:gd name="connisteX2" fmla="*/ 10769600 w 10972800"/>
              <a:gd name="connsiteY2" fmla="*/ 0 h 2184400"/>
              <a:gd name="connisteX3" fmla="*/ 10972800 w 10972800"/>
              <a:gd name="connsiteY3" fmla="*/ 203200 h 2184400"/>
              <a:gd name="connisteX4" fmla="*/ 10972800 w 10972800"/>
              <a:gd name="connsiteY4" fmla="*/ 1981200 h 2184400"/>
              <a:gd name="connisteX5" fmla="*/ 10769600 w 10972800"/>
              <a:gd name="connsiteY5" fmla="*/ 2184400 h 2184400"/>
              <a:gd name="connisteX6" fmla="*/ 203200 w 10972800"/>
              <a:gd name="connsiteY6" fmla="*/ 2184400 h 2184400"/>
              <a:gd name="connisteX7" fmla="*/ 0 w 10972800"/>
              <a:gd name="connsiteY7" fmla="*/ 1981200 h 2184400"/>
              <a:gd name="connisteX8" fmla="*/ 0 w 10972800"/>
              <a:gd name="connsiteY8" fmla="*/ 203200 h 218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184400">
                <a:moveTo>
                  <a:pt x="0" y="203200"/>
                </a:moveTo>
                <a:cubicBezTo>
                  <a:pt x="0" y="90976"/>
                  <a:pt x="90976" y="0"/>
                  <a:pt x="203200" y="0"/>
                </a:cubicBezTo>
                <a:lnTo>
                  <a:pt x="10769600" y="0"/>
                </a:lnTo>
                <a:cubicBezTo>
                  <a:pt x="10881824" y="0"/>
                  <a:pt x="10972800" y="90976"/>
                  <a:pt x="10972800" y="203200"/>
                </a:cubicBezTo>
                <a:lnTo>
                  <a:pt x="10972800" y="1981200"/>
                </a:lnTo>
                <a:cubicBezTo>
                  <a:pt x="10972800" y="2093424"/>
                  <a:pt x="10881824" y="2184400"/>
                  <a:pt x="10769600" y="2184400"/>
                </a:cubicBezTo>
                <a:lnTo>
                  <a:pt x="203200" y="2184400"/>
                </a:lnTo>
                <a:cubicBezTo>
                  <a:pt x="90976" y="2184400"/>
                  <a:pt x="0" y="2093424"/>
                  <a:pt x="0" y="19812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8" name="文本占位符 7"/>
          <p:cNvSpPr>
            <a:spLocks noGrp="1"/>
          </p:cNvSpPr>
          <p:nvPr>
            <p:ph type="body" idx="16386" hasCustomPrompt="1"/>
            <p:custDataLst>
              <p:tags r:id="rId5"/>
            </p:custDataLst>
          </p:nvPr>
        </p:nvSpPr>
        <p:spPr>
          <a:xfrm>
            <a:off x="609600" y="41656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0" name="文本占位符 9"/>
          <p:cNvSpPr>
            <a:spLocks noGrp="1"/>
          </p:cNvSpPr>
          <p:nvPr>
            <p:ph type="body" idx="16387" hasCustomPrompt="1"/>
            <p:custDataLst>
              <p:tags r:id="rId6"/>
            </p:custDataLst>
          </p:nvPr>
        </p:nvSpPr>
        <p:spPr>
          <a:xfrm>
            <a:off x="609600" y="4724400"/>
            <a:ext cx="2286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1" name="文本占位符 10"/>
          <p:cNvSpPr>
            <a:spLocks noGrp="1"/>
          </p:cNvSpPr>
          <p:nvPr>
            <p:ph type="body" idx="16388" hasCustomPrompt="1"/>
            <p:custDataLst>
              <p:tags r:id="rId7"/>
            </p:custDataLst>
          </p:nvPr>
        </p:nvSpPr>
        <p:spPr>
          <a:xfrm>
            <a:off x="3505200" y="41656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3" name="文本占位符 12"/>
          <p:cNvSpPr>
            <a:spLocks noGrp="1"/>
          </p:cNvSpPr>
          <p:nvPr>
            <p:ph type="body" idx="16389" hasCustomPrompt="1"/>
            <p:custDataLst>
              <p:tags r:id="rId8"/>
            </p:custDataLst>
          </p:nvPr>
        </p:nvSpPr>
        <p:spPr>
          <a:xfrm>
            <a:off x="3505200" y="4724400"/>
            <a:ext cx="2286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文本占位符 15"/>
          <p:cNvSpPr>
            <a:spLocks noGrp="1"/>
          </p:cNvSpPr>
          <p:nvPr>
            <p:ph type="body" idx="16390" hasCustomPrompt="1"/>
            <p:custDataLst>
              <p:tags r:id="rId9"/>
            </p:custDataLst>
          </p:nvPr>
        </p:nvSpPr>
        <p:spPr>
          <a:xfrm>
            <a:off x="6400800" y="41656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7" name="文本占位符 16"/>
          <p:cNvSpPr>
            <a:spLocks noGrp="1"/>
          </p:cNvSpPr>
          <p:nvPr>
            <p:ph type="body" idx="16391" hasCustomPrompt="1"/>
            <p:custDataLst>
              <p:tags r:id="rId10"/>
            </p:custDataLst>
          </p:nvPr>
        </p:nvSpPr>
        <p:spPr>
          <a:xfrm>
            <a:off x="6400800" y="4724400"/>
            <a:ext cx="2286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8" name="文本占位符 17"/>
          <p:cNvSpPr>
            <a:spLocks noGrp="1"/>
          </p:cNvSpPr>
          <p:nvPr>
            <p:ph type="body" idx="16392" hasCustomPrompt="1"/>
            <p:custDataLst>
              <p:tags r:id="rId11"/>
            </p:custDataLst>
          </p:nvPr>
        </p:nvSpPr>
        <p:spPr>
          <a:xfrm>
            <a:off x="9296400" y="41656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9" name="文本占位符 18"/>
          <p:cNvSpPr>
            <a:spLocks noGrp="1"/>
          </p:cNvSpPr>
          <p:nvPr>
            <p:ph type="body" idx="16393" hasCustomPrompt="1"/>
            <p:custDataLst>
              <p:tags r:id="rId12"/>
            </p:custDataLst>
          </p:nvPr>
        </p:nvSpPr>
        <p:spPr>
          <a:xfrm>
            <a:off x="9296400" y="4724400"/>
            <a:ext cx="2286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正文页-30_95">
    <p:bg>
      <p:bgRef idx="1001">
        <a:schemeClr val="bg2"/>
      </p:bgRef>
    </p:bg>
    <p:spTree>
      <p:nvGrpSpPr>
        <p:cNvPr id="1" name=""/>
        <p:cNvGrpSpPr/>
        <p:nvPr/>
      </p:nvGrpSpPr>
      <p:grpSpPr>
        <a:xfrm>
          <a:off x="0" y="0"/>
          <a:ext cx="0" cy="0"/>
          <a:chOff x="0" y="0"/>
          <a:chExt cx="0" cy="0"/>
        </a:xfrm>
      </p:grpSpPr>
      <p:sp>
        <p:nvSpPr>
          <p:cNvPr id="9" name="灯片编号占位符 8"/>
          <p:cNvSpPr>
            <a:spLocks noGrp="1"/>
          </p:cNvSpPr>
          <p:nvPr>
            <p:ph type="sldNum" sz="quarter" idx="4"/>
            <p:custDataLst>
              <p:tags r:id="rId1"/>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12" name="页脚占位符 11"/>
          <p:cNvSpPr>
            <a:spLocks noGrp="1"/>
          </p:cNvSpPr>
          <p:nvPr>
            <p:ph type="ftr" sz="quarter" idx="3"/>
            <p:custDataLst>
              <p:tags r:id="rId2"/>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标题 5"/>
          <p:cNvSpPr>
            <a:spLocks noGrp="1"/>
          </p:cNvSpPr>
          <p:nvPr>
            <p:ph type="ctrTitle" idx="16385" hasCustomPrompt="1"/>
            <p:custDataLst>
              <p:tags r:id="rId3"/>
            </p:custDataLst>
          </p:nvPr>
        </p:nvSpPr>
        <p:spPr>
          <a:xfrm>
            <a:off x="5257800" y="533400"/>
            <a:ext cx="4876800" cy="12192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p>
        </p:txBody>
      </p:sp>
      <p:sp>
        <p:nvSpPr>
          <p:cNvPr id="7" name="内容占位符 6"/>
          <p:cNvSpPr>
            <a:spLocks noGrp="1"/>
          </p:cNvSpPr>
          <p:nvPr>
            <p:ph idx="16394" hasCustomPrompt="1"/>
            <p:custDataLst>
              <p:tags r:id="rId4"/>
            </p:custDataLst>
          </p:nvPr>
        </p:nvSpPr>
        <p:spPr>
          <a:xfrm>
            <a:off x="609600" y="609600"/>
            <a:ext cx="4038600" cy="5638800"/>
          </a:xfrm>
          <a:custGeom>
            <a:avLst/>
            <a:gdLst>
              <a:gd name="connisteX0" fmla="*/ 0 w 4038600"/>
              <a:gd name="connsiteY0" fmla="*/ 203200 h 5638800"/>
              <a:gd name="connisteX1" fmla="*/ 203200 w 4038600"/>
              <a:gd name="connsiteY1" fmla="*/ 0 h 5638800"/>
              <a:gd name="connisteX2" fmla="*/ 3835400 w 4038600"/>
              <a:gd name="connsiteY2" fmla="*/ 0 h 5638800"/>
              <a:gd name="connisteX3" fmla="*/ 4038600 w 4038600"/>
              <a:gd name="connsiteY3" fmla="*/ 203200 h 5638800"/>
              <a:gd name="connisteX4" fmla="*/ 4038600 w 4038600"/>
              <a:gd name="connsiteY4" fmla="*/ 5435600 h 5638800"/>
              <a:gd name="connisteX5" fmla="*/ 3835400 w 4038600"/>
              <a:gd name="connsiteY5" fmla="*/ 5638800 h 5638800"/>
              <a:gd name="connisteX6" fmla="*/ 203200 w 4038600"/>
              <a:gd name="connsiteY6" fmla="*/ 5638800 h 5638800"/>
              <a:gd name="connisteX7" fmla="*/ 0 w 4038600"/>
              <a:gd name="connsiteY7" fmla="*/ 5435600 h 5638800"/>
              <a:gd name="connisteX8" fmla="*/ 0 w 4038600"/>
              <a:gd name="connsiteY8" fmla="*/ 203200 h 563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4038600" h="5638800">
                <a:moveTo>
                  <a:pt x="0" y="203200"/>
                </a:moveTo>
                <a:cubicBezTo>
                  <a:pt x="0" y="90976"/>
                  <a:pt x="90976" y="0"/>
                  <a:pt x="203200" y="0"/>
                </a:cubicBezTo>
                <a:lnTo>
                  <a:pt x="3835400" y="0"/>
                </a:lnTo>
                <a:cubicBezTo>
                  <a:pt x="3947624" y="0"/>
                  <a:pt x="4038600" y="90976"/>
                  <a:pt x="4038600" y="203200"/>
                </a:cubicBezTo>
                <a:lnTo>
                  <a:pt x="4038600" y="5435600"/>
                </a:lnTo>
                <a:cubicBezTo>
                  <a:pt x="4038600" y="5547824"/>
                  <a:pt x="3947624" y="5638800"/>
                  <a:pt x="3835400" y="5638800"/>
                </a:cubicBezTo>
                <a:lnTo>
                  <a:pt x="203200" y="5638800"/>
                </a:lnTo>
                <a:cubicBezTo>
                  <a:pt x="90976" y="5638800"/>
                  <a:pt x="0" y="5547824"/>
                  <a:pt x="0" y="54356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8" name="装饰  7"/>
          <p:cNvSpPr>
            <a:spLocks noGrp="1"/>
          </p:cNvSpPr>
          <p:nvPr>
            <p:ph type="body" idx="16395" hasCustomPrompt="1"/>
            <p:custDataLst>
              <p:tags r:id="rId5"/>
            </p:custDataLst>
          </p:nvPr>
        </p:nvSpPr>
        <p:spPr>
          <a:xfrm>
            <a:off x="5257800" y="22352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0" name="文本占位符 9"/>
          <p:cNvSpPr>
            <a:spLocks noGrp="1"/>
          </p:cNvSpPr>
          <p:nvPr>
            <p:ph type="body" idx="16386" hasCustomPrompt="1"/>
            <p:custDataLst>
              <p:tags r:id="rId6"/>
            </p:custDataLst>
          </p:nvPr>
        </p:nvSpPr>
        <p:spPr>
          <a:xfrm>
            <a:off x="5410200" y="2235200"/>
            <a:ext cx="2781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1" name="文本占位符 10"/>
          <p:cNvSpPr>
            <a:spLocks noGrp="1"/>
          </p:cNvSpPr>
          <p:nvPr>
            <p:ph type="body" idx="16387" hasCustomPrompt="1"/>
            <p:custDataLst>
              <p:tags r:id="rId7"/>
            </p:custDataLst>
          </p:nvPr>
        </p:nvSpPr>
        <p:spPr>
          <a:xfrm>
            <a:off x="5410200" y="2743200"/>
            <a:ext cx="27813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3" name="装饰  2"/>
          <p:cNvSpPr>
            <a:spLocks noGrp="1"/>
          </p:cNvSpPr>
          <p:nvPr>
            <p:ph type="body" idx="16396" hasCustomPrompt="1"/>
            <p:custDataLst>
              <p:tags r:id="rId8"/>
            </p:custDataLst>
          </p:nvPr>
        </p:nvSpPr>
        <p:spPr>
          <a:xfrm>
            <a:off x="8648700" y="22352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6" name="文本占位符 15"/>
          <p:cNvSpPr>
            <a:spLocks noGrp="1"/>
          </p:cNvSpPr>
          <p:nvPr>
            <p:ph type="body" idx="16388" hasCustomPrompt="1"/>
            <p:custDataLst>
              <p:tags r:id="rId9"/>
            </p:custDataLst>
          </p:nvPr>
        </p:nvSpPr>
        <p:spPr>
          <a:xfrm>
            <a:off x="8801100" y="2235200"/>
            <a:ext cx="2781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7" name="文本占位符 16"/>
          <p:cNvSpPr>
            <a:spLocks noGrp="1"/>
          </p:cNvSpPr>
          <p:nvPr>
            <p:ph type="body" idx="16389" hasCustomPrompt="1"/>
            <p:custDataLst>
              <p:tags r:id="rId10"/>
            </p:custDataLst>
          </p:nvPr>
        </p:nvSpPr>
        <p:spPr>
          <a:xfrm>
            <a:off x="8801100" y="2743200"/>
            <a:ext cx="27813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8" name="装饰  7"/>
          <p:cNvSpPr>
            <a:spLocks noGrp="1"/>
          </p:cNvSpPr>
          <p:nvPr>
            <p:ph type="body" idx="16397" hasCustomPrompt="1"/>
            <p:custDataLst>
              <p:tags r:id="rId11"/>
            </p:custDataLst>
          </p:nvPr>
        </p:nvSpPr>
        <p:spPr>
          <a:xfrm>
            <a:off x="5257800" y="44196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9" name="文本占位符 18"/>
          <p:cNvSpPr>
            <a:spLocks noGrp="1"/>
          </p:cNvSpPr>
          <p:nvPr>
            <p:ph type="body" idx="16390" hasCustomPrompt="1"/>
            <p:custDataLst>
              <p:tags r:id="rId12"/>
            </p:custDataLst>
          </p:nvPr>
        </p:nvSpPr>
        <p:spPr>
          <a:xfrm>
            <a:off x="5410200" y="4419600"/>
            <a:ext cx="2781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20" name="文本占位符 19"/>
          <p:cNvSpPr>
            <a:spLocks noGrp="1"/>
          </p:cNvSpPr>
          <p:nvPr>
            <p:ph type="body" idx="16391" hasCustomPrompt="1"/>
            <p:custDataLst>
              <p:tags r:id="rId13"/>
            </p:custDataLst>
          </p:nvPr>
        </p:nvSpPr>
        <p:spPr>
          <a:xfrm>
            <a:off x="5410200" y="4927600"/>
            <a:ext cx="27813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1" name="装饰  0"/>
          <p:cNvSpPr>
            <a:spLocks noGrp="1"/>
          </p:cNvSpPr>
          <p:nvPr>
            <p:ph type="body" idx="16398" hasCustomPrompt="1"/>
            <p:custDataLst>
              <p:tags r:id="rId14"/>
            </p:custDataLst>
          </p:nvPr>
        </p:nvSpPr>
        <p:spPr>
          <a:xfrm>
            <a:off x="8648700" y="44196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2" name="文本占位符 21"/>
          <p:cNvSpPr>
            <a:spLocks noGrp="1"/>
          </p:cNvSpPr>
          <p:nvPr>
            <p:ph type="body" idx="16392" hasCustomPrompt="1"/>
            <p:custDataLst>
              <p:tags r:id="rId15"/>
            </p:custDataLst>
          </p:nvPr>
        </p:nvSpPr>
        <p:spPr>
          <a:xfrm>
            <a:off x="8801100" y="4419600"/>
            <a:ext cx="2781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23" name="文本占位符 22"/>
          <p:cNvSpPr>
            <a:spLocks noGrp="1"/>
          </p:cNvSpPr>
          <p:nvPr>
            <p:ph type="body" idx="16393" hasCustomPrompt="1"/>
            <p:custDataLst>
              <p:tags r:id="rId16"/>
            </p:custDataLst>
          </p:nvPr>
        </p:nvSpPr>
        <p:spPr>
          <a:xfrm>
            <a:off x="8801100" y="4927600"/>
            <a:ext cx="27813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正文页-27_36">
    <p:bg>
      <p:bgRef idx="1001">
        <a:schemeClr val="bg2"/>
      </p:bgRef>
    </p:bg>
    <p:spTree>
      <p:nvGrpSpPr>
        <p:cNvPr id="1" name=""/>
        <p:cNvGrpSpPr/>
        <p:nvPr/>
      </p:nvGrpSpPr>
      <p:grpSpPr>
        <a:xfrm>
          <a:off x="0" y="0"/>
          <a:ext cx="0" cy="0"/>
          <a:chOff x="0" y="0"/>
          <a:chExt cx="0" cy="0"/>
        </a:xfrm>
      </p:grpSpPr>
      <p:sp>
        <p:nvSpPr>
          <p:cNvPr id="9" name="灯片编号占位符 8"/>
          <p:cNvSpPr>
            <a:spLocks noGrp="1"/>
          </p:cNvSpPr>
          <p:nvPr>
            <p:ph type="sldNum" sz="quarter" idx="4"/>
            <p:custDataLst>
              <p:tags r:id="rId1"/>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12" name="页脚占位符 11"/>
          <p:cNvSpPr>
            <a:spLocks noGrp="1"/>
          </p:cNvSpPr>
          <p:nvPr>
            <p:ph type="ftr" sz="quarter" idx="3"/>
            <p:custDataLst>
              <p:tags r:id="rId2"/>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标题 5"/>
          <p:cNvSpPr>
            <a:spLocks noGrp="1"/>
          </p:cNvSpPr>
          <p:nvPr>
            <p:ph type="ctrTitle" idx="16385" hasCustomPrompt="1"/>
            <p:custDataLst>
              <p:tags r:id="rId3"/>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p>
        </p:txBody>
      </p:sp>
      <p:sp>
        <p:nvSpPr>
          <p:cNvPr id="7" name="装饰  6"/>
          <p:cNvSpPr>
            <a:spLocks noGrp="1"/>
          </p:cNvSpPr>
          <p:nvPr>
            <p:ph type="body" idx="16398" hasCustomPrompt="1"/>
            <p:custDataLst>
              <p:tags r:id="rId4"/>
            </p:custDataLst>
          </p:nvPr>
        </p:nvSpPr>
        <p:spPr>
          <a:xfrm>
            <a:off x="609600" y="19812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8" name="文本占位符 7"/>
          <p:cNvSpPr>
            <a:spLocks noGrp="1"/>
          </p:cNvSpPr>
          <p:nvPr>
            <p:ph type="body" idx="16388" hasCustomPrompt="1"/>
            <p:custDataLst>
              <p:tags r:id="rId5"/>
            </p:custDataLst>
          </p:nvPr>
        </p:nvSpPr>
        <p:spPr>
          <a:xfrm>
            <a:off x="781050" y="21844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a:t>01</a:t>
            </a:r>
          </a:p>
        </p:txBody>
      </p:sp>
      <p:sp>
        <p:nvSpPr>
          <p:cNvPr id="10" name="文本占位符 9"/>
          <p:cNvSpPr>
            <a:spLocks noGrp="1"/>
          </p:cNvSpPr>
          <p:nvPr>
            <p:ph type="body" idx="16386" hasCustomPrompt="1"/>
            <p:custDataLst>
              <p:tags r:id="rId6"/>
            </p:custDataLst>
          </p:nvPr>
        </p:nvSpPr>
        <p:spPr>
          <a:xfrm>
            <a:off x="1574800" y="19812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1" name="文本占位符 10"/>
          <p:cNvSpPr>
            <a:spLocks noGrp="1"/>
          </p:cNvSpPr>
          <p:nvPr>
            <p:ph type="body" idx="16387" hasCustomPrompt="1"/>
            <p:custDataLst>
              <p:tags r:id="rId7"/>
            </p:custDataLst>
          </p:nvPr>
        </p:nvSpPr>
        <p:spPr>
          <a:xfrm>
            <a:off x="1574800" y="24384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3" name="装饰  2"/>
          <p:cNvSpPr>
            <a:spLocks noGrp="1"/>
          </p:cNvSpPr>
          <p:nvPr>
            <p:ph type="body" idx="16399" hasCustomPrompt="1"/>
            <p:custDataLst>
              <p:tags r:id="rId8"/>
            </p:custDataLst>
          </p:nvPr>
        </p:nvSpPr>
        <p:spPr>
          <a:xfrm>
            <a:off x="6324600" y="19812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6" name="文本占位符 15"/>
          <p:cNvSpPr>
            <a:spLocks noGrp="1"/>
          </p:cNvSpPr>
          <p:nvPr>
            <p:ph type="body" idx="16391" hasCustomPrompt="1"/>
            <p:custDataLst>
              <p:tags r:id="rId9"/>
            </p:custDataLst>
          </p:nvPr>
        </p:nvSpPr>
        <p:spPr>
          <a:xfrm>
            <a:off x="6496050" y="21844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a:t>02</a:t>
            </a:r>
          </a:p>
        </p:txBody>
      </p:sp>
      <p:sp>
        <p:nvSpPr>
          <p:cNvPr id="17" name="文本占位符 16"/>
          <p:cNvSpPr>
            <a:spLocks noGrp="1"/>
          </p:cNvSpPr>
          <p:nvPr>
            <p:ph type="body" idx="16389" hasCustomPrompt="1"/>
            <p:custDataLst>
              <p:tags r:id="rId10"/>
            </p:custDataLst>
          </p:nvPr>
        </p:nvSpPr>
        <p:spPr>
          <a:xfrm>
            <a:off x="7289800" y="19812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90" hasCustomPrompt="1"/>
            <p:custDataLst>
              <p:tags r:id="rId11"/>
            </p:custDataLst>
          </p:nvPr>
        </p:nvSpPr>
        <p:spPr>
          <a:xfrm>
            <a:off x="7289800" y="24384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9" name="装饰  8"/>
          <p:cNvSpPr>
            <a:spLocks noGrp="1"/>
          </p:cNvSpPr>
          <p:nvPr>
            <p:ph type="body" idx="16400" hasCustomPrompt="1"/>
            <p:custDataLst>
              <p:tags r:id="rId12"/>
            </p:custDataLst>
          </p:nvPr>
        </p:nvSpPr>
        <p:spPr>
          <a:xfrm>
            <a:off x="609600" y="41148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0" name="文本占位符 19"/>
          <p:cNvSpPr>
            <a:spLocks noGrp="1"/>
          </p:cNvSpPr>
          <p:nvPr>
            <p:ph type="body" idx="16394" hasCustomPrompt="1"/>
            <p:custDataLst>
              <p:tags r:id="rId13"/>
            </p:custDataLst>
          </p:nvPr>
        </p:nvSpPr>
        <p:spPr>
          <a:xfrm>
            <a:off x="781050" y="43180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a:t>03</a:t>
            </a:r>
          </a:p>
        </p:txBody>
      </p:sp>
      <p:sp>
        <p:nvSpPr>
          <p:cNvPr id="21" name="文本占位符 20"/>
          <p:cNvSpPr>
            <a:spLocks noGrp="1"/>
          </p:cNvSpPr>
          <p:nvPr>
            <p:ph type="body" idx="16392" hasCustomPrompt="1"/>
            <p:custDataLst>
              <p:tags r:id="rId14"/>
            </p:custDataLst>
          </p:nvPr>
        </p:nvSpPr>
        <p:spPr>
          <a:xfrm>
            <a:off x="1574800" y="41148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2" name="文本占位符 21"/>
          <p:cNvSpPr>
            <a:spLocks noGrp="1"/>
          </p:cNvSpPr>
          <p:nvPr>
            <p:ph type="body" idx="16393" hasCustomPrompt="1"/>
            <p:custDataLst>
              <p:tags r:id="rId15"/>
            </p:custDataLst>
          </p:nvPr>
        </p:nvSpPr>
        <p:spPr>
          <a:xfrm>
            <a:off x="1574800" y="45720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3" name="装饰  2"/>
          <p:cNvSpPr>
            <a:spLocks noGrp="1"/>
          </p:cNvSpPr>
          <p:nvPr>
            <p:ph type="body" idx="16401" hasCustomPrompt="1"/>
            <p:custDataLst>
              <p:tags r:id="rId16"/>
            </p:custDataLst>
          </p:nvPr>
        </p:nvSpPr>
        <p:spPr>
          <a:xfrm>
            <a:off x="6324600" y="41148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4" name="文本占位符 23"/>
          <p:cNvSpPr>
            <a:spLocks noGrp="1"/>
          </p:cNvSpPr>
          <p:nvPr>
            <p:ph type="body" idx="16397" hasCustomPrompt="1"/>
            <p:custDataLst>
              <p:tags r:id="rId17"/>
            </p:custDataLst>
          </p:nvPr>
        </p:nvSpPr>
        <p:spPr>
          <a:xfrm>
            <a:off x="6496050" y="43180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a:t>04</a:t>
            </a:r>
          </a:p>
        </p:txBody>
      </p:sp>
      <p:sp>
        <p:nvSpPr>
          <p:cNvPr id="25" name="文本占位符 24"/>
          <p:cNvSpPr>
            <a:spLocks noGrp="1"/>
          </p:cNvSpPr>
          <p:nvPr>
            <p:ph type="body" idx="16395" hasCustomPrompt="1"/>
            <p:custDataLst>
              <p:tags r:id="rId18"/>
            </p:custDataLst>
          </p:nvPr>
        </p:nvSpPr>
        <p:spPr>
          <a:xfrm>
            <a:off x="7289800" y="41148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6" name="文本占位符 25"/>
          <p:cNvSpPr>
            <a:spLocks noGrp="1"/>
          </p:cNvSpPr>
          <p:nvPr>
            <p:ph type="body" idx="16396" hasCustomPrompt="1"/>
            <p:custDataLst>
              <p:tags r:id="rId19"/>
            </p:custDataLst>
          </p:nvPr>
        </p:nvSpPr>
        <p:spPr>
          <a:xfrm>
            <a:off x="7289800" y="45720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正文页-32_34">
    <p:bg>
      <p:bgRef idx="1001">
        <a:schemeClr val="bg2"/>
      </p:bgRef>
    </p:bg>
    <p:spTree>
      <p:nvGrpSpPr>
        <p:cNvPr id="1" name=""/>
        <p:cNvGrpSpPr/>
        <p:nvPr/>
      </p:nvGrpSpPr>
      <p:grpSpPr>
        <a:xfrm>
          <a:off x="0" y="0"/>
          <a:ext cx="0" cy="0"/>
          <a:chOff x="0" y="0"/>
          <a:chExt cx="0" cy="0"/>
        </a:xfrm>
      </p:grpSpPr>
      <p:sp>
        <p:nvSpPr>
          <p:cNvPr id="9" name="灯片编号占位符 8"/>
          <p:cNvSpPr>
            <a:spLocks noGrp="1"/>
          </p:cNvSpPr>
          <p:nvPr>
            <p:ph type="sldNum" sz="quarter" idx="4"/>
            <p:custDataLst>
              <p:tags r:id="rId1"/>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12" name="页脚占位符 11"/>
          <p:cNvSpPr>
            <a:spLocks noGrp="1"/>
          </p:cNvSpPr>
          <p:nvPr>
            <p:ph type="ftr" sz="quarter" idx="3"/>
            <p:custDataLst>
              <p:tags r:id="rId2"/>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标题 5"/>
          <p:cNvSpPr>
            <a:spLocks noGrp="1"/>
          </p:cNvSpPr>
          <p:nvPr>
            <p:ph type="ctrTitle" idx="16385" hasCustomPrompt="1"/>
            <p:custDataLst>
              <p:tags r:id="rId3"/>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p>
        </p:txBody>
      </p:sp>
      <p:sp>
        <p:nvSpPr>
          <p:cNvPr id="7" name="装饰  6"/>
          <p:cNvSpPr>
            <a:spLocks noGrp="1"/>
          </p:cNvSpPr>
          <p:nvPr>
            <p:ph type="body" idx="16395" hasCustomPrompt="1"/>
            <p:custDataLst>
              <p:tags r:id="rId4"/>
            </p:custDataLst>
          </p:nvPr>
        </p:nvSpPr>
        <p:spPr>
          <a:xfrm>
            <a:off x="609600" y="15240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8" name="装饰  7"/>
          <p:cNvSpPr>
            <a:spLocks noGrp="1"/>
          </p:cNvSpPr>
          <p:nvPr>
            <p:ph type="body" idx="16396" hasCustomPrompt="1"/>
            <p:custDataLst>
              <p:tags r:id="rId5"/>
            </p:custDataLst>
          </p:nvPr>
        </p:nvSpPr>
        <p:spPr>
          <a:xfrm>
            <a:off x="914400" y="17653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0" name="图片占位符 9"/>
          <p:cNvSpPr>
            <a:spLocks noGrp="1"/>
          </p:cNvSpPr>
          <p:nvPr>
            <p:ph type="pic" idx="16394" hasCustomPrompt="1"/>
            <p:custDataLst>
              <p:tags r:id="rId6"/>
            </p:custDataLst>
          </p:nvPr>
        </p:nvSpPr>
        <p:spPr>
          <a:xfrm>
            <a:off x="1127760" y="19786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1" name="文本占位符 10"/>
          <p:cNvSpPr>
            <a:spLocks noGrp="1"/>
          </p:cNvSpPr>
          <p:nvPr>
            <p:ph type="body" idx="16386" hasCustomPrompt="1"/>
            <p:custDataLst>
              <p:tags r:id="rId7"/>
            </p:custDataLst>
          </p:nvPr>
        </p:nvSpPr>
        <p:spPr>
          <a:xfrm>
            <a:off x="2082800" y="1765300"/>
            <a:ext cx="355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3" name="文本占位符 12"/>
          <p:cNvSpPr>
            <a:spLocks noGrp="1"/>
          </p:cNvSpPr>
          <p:nvPr>
            <p:ph type="body" idx="16387" hasCustomPrompt="1"/>
            <p:custDataLst>
              <p:tags r:id="rId8"/>
            </p:custDataLst>
          </p:nvPr>
        </p:nvSpPr>
        <p:spPr>
          <a:xfrm>
            <a:off x="2082800" y="2273300"/>
            <a:ext cx="355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装饰  5"/>
          <p:cNvSpPr>
            <a:spLocks noGrp="1"/>
          </p:cNvSpPr>
          <p:nvPr>
            <p:ph type="body" idx="16398" hasCustomPrompt="1"/>
            <p:custDataLst>
              <p:tags r:id="rId9"/>
            </p:custDataLst>
          </p:nvPr>
        </p:nvSpPr>
        <p:spPr>
          <a:xfrm>
            <a:off x="6248400" y="15240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7" name="装饰  6"/>
          <p:cNvSpPr>
            <a:spLocks noGrp="1"/>
          </p:cNvSpPr>
          <p:nvPr>
            <p:ph type="body" idx="16399" hasCustomPrompt="1"/>
            <p:custDataLst>
              <p:tags r:id="rId10"/>
            </p:custDataLst>
          </p:nvPr>
        </p:nvSpPr>
        <p:spPr>
          <a:xfrm>
            <a:off x="6553200" y="17653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FFFFFF"/>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8" name="图片占位符 17"/>
          <p:cNvSpPr>
            <a:spLocks noGrp="1"/>
          </p:cNvSpPr>
          <p:nvPr>
            <p:ph type="pic" idx="16397" hasCustomPrompt="1"/>
            <p:custDataLst>
              <p:tags r:id="rId11"/>
            </p:custDataLst>
          </p:nvPr>
        </p:nvSpPr>
        <p:spPr>
          <a:xfrm>
            <a:off x="6766560" y="19786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9" name="文本占位符 18"/>
          <p:cNvSpPr>
            <a:spLocks noGrp="1"/>
          </p:cNvSpPr>
          <p:nvPr>
            <p:ph type="body" idx="16388" hasCustomPrompt="1"/>
            <p:custDataLst>
              <p:tags r:id="rId12"/>
            </p:custDataLst>
          </p:nvPr>
        </p:nvSpPr>
        <p:spPr>
          <a:xfrm>
            <a:off x="7721600" y="1765300"/>
            <a:ext cx="35560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单击此处添加项标题</a:t>
            </a:r>
          </a:p>
        </p:txBody>
      </p:sp>
      <p:sp>
        <p:nvSpPr>
          <p:cNvPr id="20" name="文本占位符 19"/>
          <p:cNvSpPr>
            <a:spLocks noGrp="1"/>
          </p:cNvSpPr>
          <p:nvPr>
            <p:ph type="body" idx="16389" hasCustomPrompt="1"/>
            <p:custDataLst>
              <p:tags r:id="rId13"/>
            </p:custDataLst>
          </p:nvPr>
        </p:nvSpPr>
        <p:spPr>
          <a:xfrm>
            <a:off x="7721600" y="2273300"/>
            <a:ext cx="3556000" cy="12192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21" name="装饰  0"/>
          <p:cNvSpPr>
            <a:spLocks noGrp="1"/>
          </p:cNvSpPr>
          <p:nvPr>
            <p:ph type="body" idx="16401" hasCustomPrompt="1"/>
            <p:custDataLst>
              <p:tags r:id="rId14"/>
            </p:custDataLst>
          </p:nvPr>
        </p:nvSpPr>
        <p:spPr>
          <a:xfrm>
            <a:off x="609600" y="40386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2" name="装饰  1"/>
          <p:cNvSpPr>
            <a:spLocks noGrp="1"/>
          </p:cNvSpPr>
          <p:nvPr>
            <p:ph type="body" idx="16402" hasCustomPrompt="1"/>
            <p:custDataLst>
              <p:tags r:id="rId15"/>
            </p:custDataLst>
          </p:nvPr>
        </p:nvSpPr>
        <p:spPr>
          <a:xfrm>
            <a:off x="914400" y="42799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FFFFFF"/>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3" name="图片占位符 22"/>
          <p:cNvSpPr>
            <a:spLocks noGrp="1"/>
          </p:cNvSpPr>
          <p:nvPr>
            <p:ph type="pic" idx="16400" hasCustomPrompt="1"/>
            <p:custDataLst>
              <p:tags r:id="rId16"/>
            </p:custDataLst>
          </p:nvPr>
        </p:nvSpPr>
        <p:spPr>
          <a:xfrm>
            <a:off x="1127760" y="44932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4" name="文本占位符 23"/>
          <p:cNvSpPr>
            <a:spLocks noGrp="1"/>
          </p:cNvSpPr>
          <p:nvPr>
            <p:ph type="body" idx="16390" hasCustomPrompt="1"/>
            <p:custDataLst>
              <p:tags r:id="rId17"/>
            </p:custDataLst>
          </p:nvPr>
        </p:nvSpPr>
        <p:spPr>
          <a:xfrm>
            <a:off x="2082800" y="4279900"/>
            <a:ext cx="35560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单击此处添加项标题</a:t>
            </a:r>
          </a:p>
        </p:txBody>
      </p:sp>
      <p:sp>
        <p:nvSpPr>
          <p:cNvPr id="25" name="文本占位符 24"/>
          <p:cNvSpPr>
            <a:spLocks noGrp="1"/>
          </p:cNvSpPr>
          <p:nvPr>
            <p:ph type="body" idx="16391" hasCustomPrompt="1"/>
            <p:custDataLst>
              <p:tags r:id="rId18"/>
            </p:custDataLst>
          </p:nvPr>
        </p:nvSpPr>
        <p:spPr>
          <a:xfrm>
            <a:off x="2082800" y="4787900"/>
            <a:ext cx="3556000" cy="12192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26" name="装饰  5"/>
          <p:cNvSpPr>
            <a:spLocks noGrp="1"/>
          </p:cNvSpPr>
          <p:nvPr>
            <p:ph type="body" idx="16404" hasCustomPrompt="1"/>
            <p:custDataLst>
              <p:tags r:id="rId19"/>
            </p:custDataLst>
          </p:nvPr>
        </p:nvSpPr>
        <p:spPr>
          <a:xfrm>
            <a:off x="6248400" y="40386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7" name="装饰  6"/>
          <p:cNvSpPr>
            <a:spLocks noGrp="1"/>
          </p:cNvSpPr>
          <p:nvPr>
            <p:ph type="body" idx="16405" hasCustomPrompt="1"/>
            <p:custDataLst>
              <p:tags r:id="rId20"/>
            </p:custDataLst>
          </p:nvPr>
        </p:nvSpPr>
        <p:spPr>
          <a:xfrm>
            <a:off x="6553200" y="42799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8" name="图片占位符 27"/>
          <p:cNvSpPr>
            <a:spLocks noGrp="1"/>
          </p:cNvSpPr>
          <p:nvPr>
            <p:ph type="pic" idx="16403" hasCustomPrompt="1"/>
            <p:custDataLst>
              <p:tags r:id="rId21"/>
            </p:custDataLst>
          </p:nvPr>
        </p:nvSpPr>
        <p:spPr>
          <a:xfrm>
            <a:off x="6766560" y="4493260"/>
            <a:ext cx="487680" cy="48768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9" name="文本占位符 28"/>
          <p:cNvSpPr>
            <a:spLocks noGrp="1"/>
          </p:cNvSpPr>
          <p:nvPr>
            <p:ph type="body" idx="16392" hasCustomPrompt="1"/>
            <p:custDataLst>
              <p:tags r:id="rId22"/>
            </p:custDataLst>
          </p:nvPr>
        </p:nvSpPr>
        <p:spPr>
          <a:xfrm>
            <a:off x="7721600" y="4279900"/>
            <a:ext cx="355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30" name="文本占位符 29"/>
          <p:cNvSpPr>
            <a:spLocks noGrp="1"/>
          </p:cNvSpPr>
          <p:nvPr>
            <p:ph type="body" idx="16393" hasCustomPrompt="1"/>
            <p:custDataLst>
              <p:tags r:id="rId23"/>
            </p:custDataLst>
          </p:nvPr>
        </p:nvSpPr>
        <p:spPr>
          <a:xfrm>
            <a:off x="7721600" y="4787900"/>
            <a:ext cx="355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正文页-10007_20">
    <p:bg>
      <p:bgRef idx="1001">
        <a:schemeClr val="bg2"/>
      </p:bgRef>
    </p:bg>
    <p:spTree>
      <p:nvGrpSpPr>
        <p:cNvPr id="1" name=""/>
        <p:cNvGrpSpPr/>
        <p:nvPr/>
      </p:nvGrpSpPr>
      <p:grpSpPr>
        <a:xfrm>
          <a:off x="0" y="0"/>
          <a:ext cx="0" cy="0"/>
          <a:chOff x="0" y="0"/>
          <a:chExt cx="0" cy="0"/>
        </a:xfrm>
      </p:grpSpPr>
      <p:sp>
        <p:nvSpPr>
          <p:cNvPr id="9" name="灯片编号占位符 8"/>
          <p:cNvSpPr>
            <a:spLocks noGrp="1"/>
          </p:cNvSpPr>
          <p:nvPr>
            <p:ph type="sldNum" sz="quarter" idx="4"/>
            <p:custDataLst>
              <p:tags r:id="rId1"/>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12" name="页脚占位符 11"/>
          <p:cNvSpPr>
            <a:spLocks noGrp="1"/>
          </p:cNvSpPr>
          <p:nvPr>
            <p:ph type="ftr" sz="quarter" idx="3"/>
            <p:custDataLst>
              <p:tags r:id="rId2"/>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标题 5"/>
          <p:cNvSpPr>
            <a:spLocks noGrp="1"/>
          </p:cNvSpPr>
          <p:nvPr>
            <p:ph type="ctrTitle" idx="16385" hasCustomPrompt="1"/>
            <p:custDataLst>
              <p:tags r:id="rId3"/>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p>
        </p:txBody>
      </p:sp>
      <p:sp>
        <p:nvSpPr>
          <p:cNvPr id="7" name="文本占位符 6"/>
          <p:cNvSpPr>
            <a:spLocks noGrp="1"/>
          </p:cNvSpPr>
          <p:nvPr>
            <p:ph type="body" idx="16386" hasCustomPrompt="1"/>
            <p:custDataLst>
              <p:tags r:id="rId4"/>
            </p:custDataLst>
          </p:nvPr>
        </p:nvSpPr>
        <p:spPr>
          <a:xfrm>
            <a:off x="609600" y="29972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8" name="文本占位符 7"/>
          <p:cNvSpPr>
            <a:spLocks noGrp="1"/>
          </p:cNvSpPr>
          <p:nvPr>
            <p:ph type="body" idx="16387" hasCustomPrompt="1"/>
            <p:custDataLst>
              <p:tags r:id="rId5"/>
            </p:custDataLst>
          </p:nvPr>
        </p:nvSpPr>
        <p:spPr>
          <a:xfrm>
            <a:off x="609600" y="3556000"/>
            <a:ext cx="228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0" name="文本占位符 9"/>
          <p:cNvSpPr>
            <a:spLocks noGrp="1"/>
          </p:cNvSpPr>
          <p:nvPr>
            <p:ph type="body" idx="16388" hasCustomPrompt="1"/>
            <p:custDataLst>
              <p:tags r:id="rId6"/>
            </p:custDataLst>
          </p:nvPr>
        </p:nvSpPr>
        <p:spPr>
          <a:xfrm>
            <a:off x="3505200" y="29972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1" name="文本占位符 10"/>
          <p:cNvSpPr>
            <a:spLocks noGrp="1"/>
          </p:cNvSpPr>
          <p:nvPr>
            <p:ph type="body" idx="16389" hasCustomPrompt="1"/>
            <p:custDataLst>
              <p:tags r:id="rId7"/>
            </p:custDataLst>
          </p:nvPr>
        </p:nvSpPr>
        <p:spPr>
          <a:xfrm>
            <a:off x="3505200" y="3556000"/>
            <a:ext cx="228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3" name="文本占位符 12"/>
          <p:cNvSpPr>
            <a:spLocks noGrp="1"/>
          </p:cNvSpPr>
          <p:nvPr>
            <p:ph type="body" idx="16390" hasCustomPrompt="1"/>
            <p:custDataLst>
              <p:tags r:id="rId8"/>
            </p:custDataLst>
          </p:nvPr>
        </p:nvSpPr>
        <p:spPr>
          <a:xfrm>
            <a:off x="6400800" y="29972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6" name="文本占位符 15"/>
          <p:cNvSpPr>
            <a:spLocks noGrp="1"/>
          </p:cNvSpPr>
          <p:nvPr>
            <p:ph type="body" idx="16391" hasCustomPrompt="1"/>
            <p:custDataLst>
              <p:tags r:id="rId9"/>
            </p:custDataLst>
          </p:nvPr>
        </p:nvSpPr>
        <p:spPr>
          <a:xfrm>
            <a:off x="6400800" y="3556000"/>
            <a:ext cx="228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7" name="文本占位符 16"/>
          <p:cNvSpPr>
            <a:spLocks noGrp="1"/>
          </p:cNvSpPr>
          <p:nvPr>
            <p:ph type="body" idx="16392" hasCustomPrompt="1"/>
            <p:custDataLst>
              <p:tags r:id="rId10"/>
            </p:custDataLst>
          </p:nvPr>
        </p:nvSpPr>
        <p:spPr>
          <a:xfrm>
            <a:off x="9296400" y="2997200"/>
            <a:ext cx="2286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8" name="文本占位符 17"/>
          <p:cNvSpPr>
            <a:spLocks noGrp="1"/>
          </p:cNvSpPr>
          <p:nvPr>
            <p:ph type="body" idx="16393" hasCustomPrompt="1"/>
            <p:custDataLst>
              <p:tags r:id="rId11"/>
            </p:custDataLst>
          </p:nvPr>
        </p:nvSpPr>
        <p:spPr>
          <a:xfrm>
            <a:off x="9296400" y="3556000"/>
            <a:ext cx="22860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正文页-26_33">
    <p:bg>
      <p:bgRef idx="1001">
        <a:schemeClr val="bg2"/>
      </p:bgRef>
    </p:bg>
    <p:spTree>
      <p:nvGrpSpPr>
        <p:cNvPr id="1" name=""/>
        <p:cNvGrpSpPr/>
        <p:nvPr/>
      </p:nvGrpSpPr>
      <p:grpSpPr>
        <a:xfrm>
          <a:off x="0" y="0"/>
          <a:ext cx="0" cy="0"/>
          <a:chOff x="0" y="0"/>
          <a:chExt cx="0" cy="0"/>
        </a:xfrm>
      </p:grpSpPr>
      <p:sp>
        <p:nvSpPr>
          <p:cNvPr id="9" name="灯片编号占位符 8"/>
          <p:cNvSpPr>
            <a:spLocks noGrp="1"/>
          </p:cNvSpPr>
          <p:nvPr>
            <p:ph type="sldNum" sz="quarter" idx="4"/>
            <p:custDataLst>
              <p:tags r:id="rId1"/>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12" name="页脚占位符 11"/>
          <p:cNvSpPr>
            <a:spLocks noGrp="1"/>
          </p:cNvSpPr>
          <p:nvPr>
            <p:ph type="ftr" sz="quarter" idx="3"/>
            <p:custDataLst>
              <p:tags r:id="rId2"/>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标题 5"/>
          <p:cNvSpPr>
            <a:spLocks noGrp="1"/>
          </p:cNvSpPr>
          <p:nvPr>
            <p:ph type="ctrTitle" idx="16385" hasCustomPrompt="1"/>
            <p:custDataLst>
              <p:tags r:id="rId3"/>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p>
        </p:txBody>
      </p:sp>
      <p:sp>
        <p:nvSpPr>
          <p:cNvPr id="7" name="装饰  6"/>
          <p:cNvSpPr>
            <a:spLocks noGrp="1"/>
          </p:cNvSpPr>
          <p:nvPr>
            <p:ph type="body" idx="16394" hasCustomPrompt="1"/>
            <p:custDataLst>
              <p:tags r:id="rId4"/>
            </p:custDataLst>
          </p:nvPr>
        </p:nvSpPr>
        <p:spPr>
          <a:xfrm>
            <a:off x="2133600" y="1524000"/>
            <a:ext cx="3810000" cy="2209800"/>
          </a:xfrm>
          <a:custGeom>
            <a:avLst/>
            <a:gdLst>
              <a:gd name="connisteX0" fmla="*/ 0 w 3810000"/>
              <a:gd name="connsiteY0" fmla="*/ 0 h 2209800"/>
              <a:gd name="connisteX1" fmla="*/ 3606800 w 3810000"/>
              <a:gd name="connsiteY1" fmla="*/ 0 h 2209800"/>
              <a:gd name="connisteX2" fmla="*/ 3810000 w 3810000"/>
              <a:gd name="connsiteY2" fmla="*/ 203200 h 2209800"/>
              <a:gd name="connisteX3" fmla="*/ 3810000 w 3810000"/>
              <a:gd name="connsiteY3" fmla="*/ 2006600 h 2209800"/>
              <a:gd name="connisteX4" fmla="*/ 3606800 w 3810000"/>
              <a:gd name="connsiteY4" fmla="*/ 2209800 h 2209800"/>
              <a:gd name="connisteX5" fmla="*/ 0 w 3810000"/>
              <a:gd name="connsiteY5" fmla="*/ 2209800 h 2209800"/>
              <a:gd name="connisteX6" fmla="*/ 0 w 3810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810000" h="2209800">
                <a:moveTo>
                  <a:pt x="0" y="0"/>
                </a:moveTo>
                <a:lnTo>
                  <a:pt x="3606800" y="0"/>
                </a:lnTo>
                <a:cubicBezTo>
                  <a:pt x="3719024" y="0"/>
                  <a:pt x="3810000" y="90976"/>
                  <a:pt x="3810000" y="203200"/>
                </a:cubicBezTo>
                <a:lnTo>
                  <a:pt x="3810000" y="2006600"/>
                </a:lnTo>
                <a:cubicBezTo>
                  <a:pt x="3810000" y="2118824"/>
                  <a:pt x="3719024" y="2209800"/>
                  <a:pt x="3606800" y="2209800"/>
                </a:cubicBezTo>
                <a:lnTo>
                  <a:pt x="0" y="2209800"/>
                </a:ln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8" name="图片占位符 7"/>
          <p:cNvSpPr>
            <a:spLocks noGrp="1"/>
          </p:cNvSpPr>
          <p:nvPr>
            <p:ph type="pic" idx="16395" hasCustomPrompt="1"/>
            <p:custDataLst>
              <p:tags r:id="rId5"/>
            </p:custDataLst>
          </p:nvPr>
        </p:nvSpPr>
        <p:spPr>
          <a:xfrm>
            <a:off x="609600" y="1524000"/>
            <a:ext cx="1524000" cy="2209800"/>
          </a:xfrm>
          <a:custGeom>
            <a:avLst/>
            <a:gdLst>
              <a:gd name="connisteX0" fmla="*/ 0 w 1524000"/>
              <a:gd name="connsiteY0" fmla="*/ 203200 h 2209800"/>
              <a:gd name="connisteX1" fmla="*/ 203200 w 1524000"/>
              <a:gd name="connsiteY1" fmla="*/ 0 h 2209800"/>
              <a:gd name="connisteX2" fmla="*/ 1524000 w 1524000"/>
              <a:gd name="connsiteY2" fmla="*/ 0 h 2209800"/>
              <a:gd name="connisteX3" fmla="*/ 1524000 w 1524000"/>
              <a:gd name="connsiteY3" fmla="*/ 2209800 h 2209800"/>
              <a:gd name="connisteX4" fmla="*/ 203200 w 1524000"/>
              <a:gd name="connsiteY4" fmla="*/ 2209800 h 2209800"/>
              <a:gd name="connisteX5" fmla="*/ 0 w 1524000"/>
              <a:gd name="connsiteY5" fmla="*/ 2006600 h 2209800"/>
              <a:gd name="connisteX6" fmla="*/ 0 w 1524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1524000" h="2209800">
                <a:moveTo>
                  <a:pt x="0" y="203200"/>
                </a:moveTo>
                <a:cubicBezTo>
                  <a:pt x="0" y="90976"/>
                  <a:pt x="90976" y="0"/>
                  <a:pt x="203200" y="0"/>
                </a:cubicBezTo>
                <a:lnTo>
                  <a:pt x="1524000" y="0"/>
                </a:lnTo>
                <a:lnTo>
                  <a:pt x="1524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0" name="文本占位符 9"/>
          <p:cNvSpPr>
            <a:spLocks noGrp="1"/>
          </p:cNvSpPr>
          <p:nvPr>
            <p:ph type="body" idx="16386" hasCustomPrompt="1"/>
            <p:custDataLst>
              <p:tags r:id="rId6"/>
            </p:custDataLst>
          </p:nvPr>
        </p:nvSpPr>
        <p:spPr>
          <a:xfrm>
            <a:off x="2438400" y="1892300"/>
            <a:ext cx="3200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1" name="文本占位符 10"/>
          <p:cNvSpPr>
            <a:spLocks noGrp="1"/>
          </p:cNvSpPr>
          <p:nvPr>
            <p:ph type="body" idx="16387" hasCustomPrompt="1"/>
            <p:custDataLst>
              <p:tags r:id="rId7"/>
            </p:custDataLst>
          </p:nvPr>
        </p:nvSpPr>
        <p:spPr>
          <a:xfrm>
            <a:off x="2438400" y="2451100"/>
            <a:ext cx="3200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3" name="装饰  2"/>
          <p:cNvSpPr>
            <a:spLocks noGrp="1"/>
          </p:cNvSpPr>
          <p:nvPr>
            <p:ph type="body" idx="16396" hasCustomPrompt="1"/>
            <p:custDataLst>
              <p:tags r:id="rId8"/>
            </p:custDataLst>
          </p:nvPr>
        </p:nvSpPr>
        <p:spPr>
          <a:xfrm>
            <a:off x="7772400" y="1524000"/>
            <a:ext cx="3810000" cy="2209800"/>
          </a:xfrm>
          <a:custGeom>
            <a:avLst/>
            <a:gdLst>
              <a:gd name="connisteX0" fmla="*/ 0 w 3810000"/>
              <a:gd name="connsiteY0" fmla="*/ 0 h 2209800"/>
              <a:gd name="connisteX1" fmla="*/ 3606800 w 3810000"/>
              <a:gd name="connsiteY1" fmla="*/ 0 h 2209800"/>
              <a:gd name="connisteX2" fmla="*/ 3810000 w 3810000"/>
              <a:gd name="connsiteY2" fmla="*/ 203200 h 2209800"/>
              <a:gd name="connisteX3" fmla="*/ 3810000 w 3810000"/>
              <a:gd name="connsiteY3" fmla="*/ 2006600 h 2209800"/>
              <a:gd name="connisteX4" fmla="*/ 3606800 w 3810000"/>
              <a:gd name="connsiteY4" fmla="*/ 2209800 h 2209800"/>
              <a:gd name="connisteX5" fmla="*/ 0 w 3810000"/>
              <a:gd name="connsiteY5" fmla="*/ 2209800 h 2209800"/>
              <a:gd name="connisteX6" fmla="*/ 0 w 3810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810000" h="2209800">
                <a:moveTo>
                  <a:pt x="0" y="0"/>
                </a:moveTo>
                <a:lnTo>
                  <a:pt x="3606800" y="0"/>
                </a:lnTo>
                <a:cubicBezTo>
                  <a:pt x="3719024" y="0"/>
                  <a:pt x="3810000" y="90976"/>
                  <a:pt x="3810000" y="203200"/>
                </a:cubicBezTo>
                <a:lnTo>
                  <a:pt x="3810000" y="2006600"/>
                </a:lnTo>
                <a:cubicBezTo>
                  <a:pt x="3810000" y="2118824"/>
                  <a:pt x="3719024" y="2209800"/>
                  <a:pt x="3606800" y="2209800"/>
                </a:cubicBezTo>
                <a:lnTo>
                  <a:pt x="0" y="2209800"/>
                </a:ln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6" name="图片占位符 15"/>
          <p:cNvSpPr>
            <a:spLocks noGrp="1"/>
          </p:cNvSpPr>
          <p:nvPr>
            <p:ph type="pic" idx="16397" hasCustomPrompt="1"/>
            <p:custDataLst>
              <p:tags r:id="rId9"/>
            </p:custDataLst>
          </p:nvPr>
        </p:nvSpPr>
        <p:spPr>
          <a:xfrm>
            <a:off x="6248400" y="1524000"/>
            <a:ext cx="1524000" cy="2209800"/>
          </a:xfrm>
          <a:custGeom>
            <a:avLst/>
            <a:gdLst>
              <a:gd name="connisteX0" fmla="*/ 0 w 1524000"/>
              <a:gd name="connsiteY0" fmla="*/ 203200 h 2209800"/>
              <a:gd name="connisteX1" fmla="*/ 203200 w 1524000"/>
              <a:gd name="connsiteY1" fmla="*/ 0 h 2209800"/>
              <a:gd name="connisteX2" fmla="*/ 1524000 w 1524000"/>
              <a:gd name="connsiteY2" fmla="*/ 0 h 2209800"/>
              <a:gd name="connisteX3" fmla="*/ 1524000 w 1524000"/>
              <a:gd name="connsiteY3" fmla="*/ 2209800 h 2209800"/>
              <a:gd name="connisteX4" fmla="*/ 203200 w 1524000"/>
              <a:gd name="connsiteY4" fmla="*/ 2209800 h 2209800"/>
              <a:gd name="connisteX5" fmla="*/ 0 w 1524000"/>
              <a:gd name="connsiteY5" fmla="*/ 2006600 h 2209800"/>
              <a:gd name="connisteX6" fmla="*/ 0 w 1524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1524000" h="2209800">
                <a:moveTo>
                  <a:pt x="0" y="203200"/>
                </a:moveTo>
                <a:cubicBezTo>
                  <a:pt x="0" y="90976"/>
                  <a:pt x="90976" y="0"/>
                  <a:pt x="203200" y="0"/>
                </a:cubicBezTo>
                <a:lnTo>
                  <a:pt x="1524000" y="0"/>
                </a:lnTo>
                <a:lnTo>
                  <a:pt x="1524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7" name="文本占位符 16"/>
          <p:cNvSpPr>
            <a:spLocks noGrp="1"/>
          </p:cNvSpPr>
          <p:nvPr>
            <p:ph type="body" idx="16388" hasCustomPrompt="1"/>
            <p:custDataLst>
              <p:tags r:id="rId10"/>
            </p:custDataLst>
          </p:nvPr>
        </p:nvSpPr>
        <p:spPr>
          <a:xfrm>
            <a:off x="8077200" y="1892300"/>
            <a:ext cx="3200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89" hasCustomPrompt="1"/>
            <p:custDataLst>
              <p:tags r:id="rId11"/>
            </p:custDataLst>
          </p:nvPr>
        </p:nvSpPr>
        <p:spPr>
          <a:xfrm>
            <a:off x="8077200" y="2451100"/>
            <a:ext cx="3200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9" name="装饰  8"/>
          <p:cNvSpPr>
            <a:spLocks noGrp="1"/>
          </p:cNvSpPr>
          <p:nvPr>
            <p:ph type="body" idx="16398" hasCustomPrompt="1"/>
            <p:custDataLst>
              <p:tags r:id="rId12"/>
            </p:custDataLst>
          </p:nvPr>
        </p:nvSpPr>
        <p:spPr>
          <a:xfrm>
            <a:off x="609600" y="4038600"/>
            <a:ext cx="3810000" cy="2209800"/>
          </a:xfrm>
          <a:custGeom>
            <a:avLst/>
            <a:gdLst>
              <a:gd name="connisteX0" fmla="*/ 0 w 3810000"/>
              <a:gd name="connsiteY0" fmla="*/ 203200 h 2209800"/>
              <a:gd name="connisteX1" fmla="*/ 203200 w 3810000"/>
              <a:gd name="connsiteY1" fmla="*/ 0 h 2209800"/>
              <a:gd name="connisteX2" fmla="*/ 3810000 w 3810000"/>
              <a:gd name="connsiteY2" fmla="*/ 0 h 2209800"/>
              <a:gd name="connisteX3" fmla="*/ 3810000 w 3810000"/>
              <a:gd name="connsiteY3" fmla="*/ 2209800 h 2209800"/>
              <a:gd name="connisteX4" fmla="*/ 203200 w 3810000"/>
              <a:gd name="connsiteY4" fmla="*/ 2209800 h 2209800"/>
              <a:gd name="connisteX5" fmla="*/ 0 w 3810000"/>
              <a:gd name="connsiteY5" fmla="*/ 2006600 h 2209800"/>
              <a:gd name="connisteX6" fmla="*/ 0 w 381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810000" h="2209800">
                <a:moveTo>
                  <a:pt x="0" y="203200"/>
                </a:moveTo>
                <a:cubicBezTo>
                  <a:pt x="0" y="90976"/>
                  <a:pt x="90976" y="0"/>
                  <a:pt x="203200" y="0"/>
                </a:cubicBezTo>
                <a:lnTo>
                  <a:pt x="3810000" y="0"/>
                </a:lnTo>
                <a:lnTo>
                  <a:pt x="3810000" y="2209800"/>
                </a:lnTo>
                <a:lnTo>
                  <a:pt x="203200" y="2209800"/>
                </a:lnTo>
                <a:cubicBezTo>
                  <a:pt x="90976" y="2209800"/>
                  <a:pt x="0" y="2118824"/>
                  <a:pt x="0" y="20066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0" name="图片占位符 19"/>
          <p:cNvSpPr>
            <a:spLocks noGrp="1"/>
          </p:cNvSpPr>
          <p:nvPr>
            <p:ph type="pic" idx="16399" hasCustomPrompt="1"/>
            <p:custDataLst>
              <p:tags r:id="rId13"/>
            </p:custDataLst>
          </p:nvPr>
        </p:nvSpPr>
        <p:spPr>
          <a:xfrm>
            <a:off x="4419600" y="4038600"/>
            <a:ext cx="1524000" cy="2209800"/>
          </a:xfrm>
          <a:custGeom>
            <a:avLst/>
            <a:gdLst>
              <a:gd name="connisteX0" fmla="*/ 0 w 1524000"/>
              <a:gd name="connsiteY0" fmla="*/ 0 h 2209800"/>
              <a:gd name="connisteX1" fmla="*/ 1320800 w 1524000"/>
              <a:gd name="connsiteY1" fmla="*/ 0 h 2209800"/>
              <a:gd name="connisteX2" fmla="*/ 1524000 w 1524000"/>
              <a:gd name="connsiteY2" fmla="*/ 203200 h 2209800"/>
              <a:gd name="connisteX3" fmla="*/ 1524000 w 1524000"/>
              <a:gd name="connsiteY3" fmla="*/ 2006600 h 2209800"/>
              <a:gd name="connisteX4" fmla="*/ 1320800 w 1524000"/>
              <a:gd name="connsiteY4" fmla="*/ 2209800 h 2209800"/>
              <a:gd name="connisteX5" fmla="*/ 0 w 1524000"/>
              <a:gd name="connsiteY5" fmla="*/ 2209800 h 2209800"/>
              <a:gd name="connisteX6" fmla="*/ 0 w 1524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1524000" h="2209800">
                <a:moveTo>
                  <a:pt x="0" y="0"/>
                </a:moveTo>
                <a:lnTo>
                  <a:pt x="1320800" y="0"/>
                </a:lnTo>
                <a:cubicBezTo>
                  <a:pt x="1433024" y="0"/>
                  <a:pt x="1524000" y="90976"/>
                  <a:pt x="1524000" y="203200"/>
                </a:cubicBezTo>
                <a:lnTo>
                  <a:pt x="1524000" y="2006600"/>
                </a:lnTo>
                <a:cubicBezTo>
                  <a:pt x="1524000" y="2118824"/>
                  <a:pt x="1433024" y="2209800"/>
                  <a:pt x="1320800" y="2209800"/>
                </a:cubicBezTo>
                <a:lnTo>
                  <a:pt x="0" y="2209800"/>
                </a:ln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1" name="文本占位符 20"/>
          <p:cNvSpPr>
            <a:spLocks noGrp="1"/>
          </p:cNvSpPr>
          <p:nvPr>
            <p:ph type="body" idx="16390" hasCustomPrompt="1"/>
            <p:custDataLst>
              <p:tags r:id="rId14"/>
            </p:custDataLst>
          </p:nvPr>
        </p:nvSpPr>
        <p:spPr>
          <a:xfrm>
            <a:off x="914400" y="4406900"/>
            <a:ext cx="3200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2" name="文本占位符 21"/>
          <p:cNvSpPr>
            <a:spLocks noGrp="1"/>
          </p:cNvSpPr>
          <p:nvPr>
            <p:ph type="body" idx="16391" hasCustomPrompt="1"/>
            <p:custDataLst>
              <p:tags r:id="rId15"/>
            </p:custDataLst>
          </p:nvPr>
        </p:nvSpPr>
        <p:spPr>
          <a:xfrm>
            <a:off x="914400" y="4965700"/>
            <a:ext cx="3200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3" name="装饰  2"/>
          <p:cNvSpPr>
            <a:spLocks noGrp="1"/>
          </p:cNvSpPr>
          <p:nvPr>
            <p:ph type="body" idx="16400" hasCustomPrompt="1"/>
            <p:custDataLst>
              <p:tags r:id="rId16"/>
            </p:custDataLst>
          </p:nvPr>
        </p:nvSpPr>
        <p:spPr>
          <a:xfrm>
            <a:off x="6248400" y="4038600"/>
            <a:ext cx="3810000" cy="2209800"/>
          </a:xfrm>
          <a:custGeom>
            <a:avLst/>
            <a:gdLst>
              <a:gd name="connisteX0" fmla="*/ 0 w 3810000"/>
              <a:gd name="connsiteY0" fmla="*/ 203200 h 2209800"/>
              <a:gd name="connisteX1" fmla="*/ 203200 w 3810000"/>
              <a:gd name="connsiteY1" fmla="*/ 0 h 2209800"/>
              <a:gd name="connisteX2" fmla="*/ 3810000 w 3810000"/>
              <a:gd name="connsiteY2" fmla="*/ 0 h 2209800"/>
              <a:gd name="connisteX3" fmla="*/ 3810000 w 3810000"/>
              <a:gd name="connsiteY3" fmla="*/ 2209800 h 2209800"/>
              <a:gd name="connisteX4" fmla="*/ 203200 w 3810000"/>
              <a:gd name="connsiteY4" fmla="*/ 2209800 h 2209800"/>
              <a:gd name="connisteX5" fmla="*/ 0 w 3810000"/>
              <a:gd name="connsiteY5" fmla="*/ 2006600 h 2209800"/>
              <a:gd name="connisteX6" fmla="*/ 0 w 3810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810000" h="2209800">
                <a:moveTo>
                  <a:pt x="0" y="203200"/>
                </a:moveTo>
                <a:cubicBezTo>
                  <a:pt x="0" y="90976"/>
                  <a:pt x="90976" y="0"/>
                  <a:pt x="203200" y="0"/>
                </a:cubicBezTo>
                <a:lnTo>
                  <a:pt x="3810000" y="0"/>
                </a:lnTo>
                <a:lnTo>
                  <a:pt x="3810000" y="2209800"/>
                </a:lnTo>
                <a:lnTo>
                  <a:pt x="203200" y="2209800"/>
                </a:lnTo>
                <a:cubicBezTo>
                  <a:pt x="90976" y="2209800"/>
                  <a:pt x="0" y="2118824"/>
                  <a:pt x="0" y="20066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4" name="图片占位符 23"/>
          <p:cNvSpPr>
            <a:spLocks noGrp="1"/>
          </p:cNvSpPr>
          <p:nvPr>
            <p:ph type="pic" idx="16401" hasCustomPrompt="1"/>
            <p:custDataLst>
              <p:tags r:id="rId17"/>
            </p:custDataLst>
          </p:nvPr>
        </p:nvSpPr>
        <p:spPr>
          <a:xfrm>
            <a:off x="10058400" y="4038600"/>
            <a:ext cx="1524000" cy="2209800"/>
          </a:xfrm>
          <a:custGeom>
            <a:avLst/>
            <a:gdLst>
              <a:gd name="connisteX0" fmla="*/ 0 w 1524000"/>
              <a:gd name="connsiteY0" fmla="*/ 0 h 2209800"/>
              <a:gd name="connisteX1" fmla="*/ 1320800 w 1524000"/>
              <a:gd name="connsiteY1" fmla="*/ 0 h 2209800"/>
              <a:gd name="connisteX2" fmla="*/ 1524000 w 1524000"/>
              <a:gd name="connsiteY2" fmla="*/ 203200 h 2209800"/>
              <a:gd name="connisteX3" fmla="*/ 1524000 w 1524000"/>
              <a:gd name="connsiteY3" fmla="*/ 2006600 h 2209800"/>
              <a:gd name="connisteX4" fmla="*/ 1320800 w 1524000"/>
              <a:gd name="connsiteY4" fmla="*/ 2209800 h 2209800"/>
              <a:gd name="connisteX5" fmla="*/ 0 w 1524000"/>
              <a:gd name="connsiteY5" fmla="*/ 2209800 h 2209800"/>
              <a:gd name="connisteX6" fmla="*/ 0 w 1524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1524000" h="2209800">
                <a:moveTo>
                  <a:pt x="0" y="0"/>
                </a:moveTo>
                <a:lnTo>
                  <a:pt x="1320800" y="0"/>
                </a:lnTo>
                <a:cubicBezTo>
                  <a:pt x="1433024" y="0"/>
                  <a:pt x="1524000" y="90976"/>
                  <a:pt x="1524000" y="203200"/>
                </a:cubicBezTo>
                <a:lnTo>
                  <a:pt x="1524000" y="2006600"/>
                </a:lnTo>
                <a:cubicBezTo>
                  <a:pt x="1524000" y="2118824"/>
                  <a:pt x="1433024" y="2209800"/>
                  <a:pt x="1320800" y="2209800"/>
                </a:cubicBezTo>
                <a:lnTo>
                  <a:pt x="0" y="2209800"/>
                </a:ln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5" name="文本占位符 24"/>
          <p:cNvSpPr>
            <a:spLocks noGrp="1"/>
          </p:cNvSpPr>
          <p:nvPr>
            <p:ph type="body" idx="16392" hasCustomPrompt="1"/>
            <p:custDataLst>
              <p:tags r:id="rId18"/>
            </p:custDataLst>
          </p:nvPr>
        </p:nvSpPr>
        <p:spPr>
          <a:xfrm>
            <a:off x="6553200" y="4406900"/>
            <a:ext cx="3200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6" name="文本占位符 25"/>
          <p:cNvSpPr>
            <a:spLocks noGrp="1"/>
          </p:cNvSpPr>
          <p:nvPr>
            <p:ph type="body" idx="16393" hasCustomPrompt="1"/>
            <p:custDataLst>
              <p:tags r:id="rId19"/>
            </p:custDataLst>
          </p:nvPr>
        </p:nvSpPr>
        <p:spPr>
          <a:xfrm>
            <a:off x="6553200" y="4965700"/>
            <a:ext cx="3200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正文页-2_18">
    <p:bg>
      <p:bgRef idx="1001">
        <a:schemeClr val="bg2"/>
      </p:bgRef>
    </p:bg>
    <p:spTree>
      <p:nvGrpSpPr>
        <p:cNvPr id="1" name=""/>
        <p:cNvGrpSpPr/>
        <p:nvPr/>
      </p:nvGrpSpPr>
      <p:grpSpPr>
        <a:xfrm>
          <a:off x="0" y="0"/>
          <a:ext cx="0" cy="0"/>
          <a:chOff x="0" y="0"/>
          <a:chExt cx="0" cy="0"/>
        </a:xfrm>
      </p:grpSpPr>
      <p:sp>
        <p:nvSpPr>
          <p:cNvPr id="9" name="灯片编号占位符 8"/>
          <p:cNvSpPr>
            <a:spLocks noGrp="1"/>
          </p:cNvSpPr>
          <p:nvPr>
            <p:ph type="sldNum" sz="quarter" idx="4"/>
            <p:custDataLst>
              <p:tags r:id="rId1"/>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12" name="页脚占位符 11"/>
          <p:cNvSpPr>
            <a:spLocks noGrp="1"/>
          </p:cNvSpPr>
          <p:nvPr>
            <p:ph type="ftr" sz="quarter" idx="3"/>
            <p:custDataLst>
              <p:tags r:id="rId2"/>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标题 5"/>
          <p:cNvSpPr>
            <a:spLocks noGrp="1"/>
          </p:cNvSpPr>
          <p:nvPr>
            <p:ph type="ctrTitle" idx="16385" hasCustomPrompt="1"/>
            <p:custDataLst>
              <p:tags r:id="rId3"/>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p>
        </p:txBody>
      </p:sp>
      <p:sp>
        <p:nvSpPr>
          <p:cNvPr id="7" name="装饰  6"/>
          <p:cNvSpPr>
            <a:spLocks noGrp="1"/>
          </p:cNvSpPr>
          <p:nvPr>
            <p:ph type="body" idx="16392" hasCustomPrompt="1"/>
            <p:custDataLst>
              <p:tags r:id="rId4"/>
            </p:custDataLst>
          </p:nvPr>
        </p:nvSpPr>
        <p:spPr>
          <a:xfrm>
            <a:off x="6096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8" name="图片占位符 7"/>
          <p:cNvSpPr>
            <a:spLocks noGrp="1"/>
          </p:cNvSpPr>
          <p:nvPr>
            <p:ph type="pic" idx="16393" hasCustomPrompt="1"/>
            <p:custDataLst>
              <p:tags r:id="rId5"/>
            </p:custDataLst>
          </p:nvPr>
        </p:nvSpPr>
        <p:spPr>
          <a:xfrm>
            <a:off x="6096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0" name="文本占位符 9"/>
          <p:cNvSpPr>
            <a:spLocks noGrp="1"/>
          </p:cNvSpPr>
          <p:nvPr>
            <p:ph type="body" idx="16386" hasCustomPrompt="1"/>
            <p:custDataLst>
              <p:tags r:id="rId6"/>
            </p:custDataLst>
          </p:nvPr>
        </p:nvSpPr>
        <p:spPr>
          <a:xfrm>
            <a:off x="914400" y="37592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11" name="文本占位符 10"/>
          <p:cNvSpPr>
            <a:spLocks noGrp="1"/>
          </p:cNvSpPr>
          <p:nvPr>
            <p:ph type="body" idx="16387" hasCustomPrompt="1"/>
            <p:custDataLst>
              <p:tags r:id="rId7"/>
            </p:custDataLst>
          </p:nvPr>
        </p:nvSpPr>
        <p:spPr>
          <a:xfrm>
            <a:off x="914400" y="42164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3" name="装饰  2"/>
          <p:cNvSpPr>
            <a:spLocks noGrp="1"/>
          </p:cNvSpPr>
          <p:nvPr>
            <p:ph type="body" idx="16394" hasCustomPrompt="1"/>
            <p:custDataLst>
              <p:tags r:id="rId8"/>
            </p:custDataLst>
          </p:nvPr>
        </p:nvSpPr>
        <p:spPr>
          <a:xfrm>
            <a:off x="43688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6" name="图片占位符 15"/>
          <p:cNvSpPr>
            <a:spLocks noGrp="1"/>
          </p:cNvSpPr>
          <p:nvPr>
            <p:ph type="pic" idx="16395" hasCustomPrompt="1"/>
            <p:custDataLst>
              <p:tags r:id="rId9"/>
            </p:custDataLst>
          </p:nvPr>
        </p:nvSpPr>
        <p:spPr>
          <a:xfrm>
            <a:off x="43688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7" name="文本占位符 16"/>
          <p:cNvSpPr>
            <a:spLocks noGrp="1"/>
          </p:cNvSpPr>
          <p:nvPr>
            <p:ph type="body" idx="16388" hasCustomPrompt="1"/>
            <p:custDataLst>
              <p:tags r:id="rId10"/>
            </p:custDataLst>
          </p:nvPr>
        </p:nvSpPr>
        <p:spPr>
          <a:xfrm>
            <a:off x="4673600" y="37592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a:t>项标题</a:t>
            </a:r>
          </a:p>
        </p:txBody>
      </p:sp>
      <p:sp>
        <p:nvSpPr>
          <p:cNvPr id="18" name="文本占位符 17"/>
          <p:cNvSpPr>
            <a:spLocks noGrp="1"/>
          </p:cNvSpPr>
          <p:nvPr>
            <p:ph type="body" idx="16389" hasCustomPrompt="1"/>
            <p:custDataLst>
              <p:tags r:id="rId11"/>
            </p:custDataLst>
          </p:nvPr>
        </p:nvSpPr>
        <p:spPr>
          <a:xfrm>
            <a:off x="4673600" y="42164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a:t>单击此处添加项正文</a:t>
            </a:r>
          </a:p>
        </p:txBody>
      </p:sp>
      <p:sp>
        <p:nvSpPr>
          <p:cNvPr id="19" name="装饰  8"/>
          <p:cNvSpPr>
            <a:spLocks noGrp="1"/>
          </p:cNvSpPr>
          <p:nvPr>
            <p:ph type="body" idx="16396" hasCustomPrompt="1"/>
            <p:custDataLst>
              <p:tags r:id="rId12"/>
            </p:custDataLst>
          </p:nvPr>
        </p:nvSpPr>
        <p:spPr>
          <a:xfrm>
            <a:off x="81280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0" name="图片占位符 19"/>
          <p:cNvSpPr>
            <a:spLocks noGrp="1"/>
          </p:cNvSpPr>
          <p:nvPr>
            <p:ph type="pic" idx="16397" hasCustomPrompt="1"/>
            <p:custDataLst>
              <p:tags r:id="rId13"/>
            </p:custDataLst>
          </p:nvPr>
        </p:nvSpPr>
        <p:spPr>
          <a:xfrm>
            <a:off x="81280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1" name="文本占位符 20"/>
          <p:cNvSpPr>
            <a:spLocks noGrp="1"/>
          </p:cNvSpPr>
          <p:nvPr>
            <p:ph type="body" idx="16390" hasCustomPrompt="1"/>
            <p:custDataLst>
              <p:tags r:id="rId14"/>
            </p:custDataLst>
          </p:nvPr>
        </p:nvSpPr>
        <p:spPr>
          <a:xfrm>
            <a:off x="8432800" y="37592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项标题</a:t>
            </a:r>
          </a:p>
        </p:txBody>
      </p:sp>
      <p:sp>
        <p:nvSpPr>
          <p:cNvPr id="22" name="文本占位符 21"/>
          <p:cNvSpPr>
            <a:spLocks noGrp="1"/>
          </p:cNvSpPr>
          <p:nvPr>
            <p:ph type="body" idx="16391" hasCustomPrompt="1"/>
            <p:custDataLst>
              <p:tags r:id="rId15"/>
            </p:custDataLst>
          </p:nvPr>
        </p:nvSpPr>
        <p:spPr>
          <a:xfrm>
            <a:off x="8432800" y="42164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正文页-42_52">
    <p:bg>
      <p:bgRef idx="1001">
        <a:schemeClr val="bg2"/>
      </p:bgRef>
    </p:bg>
    <p:spTree>
      <p:nvGrpSpPr>
        <p:cNvPr id="1" name=""/>
        <p:cNvGrpSpPr/>
        <p:nvPr/>
      </p:nvGrpSpPr>
      <p:grpSpPr>
        <a:xfrm>
          <a:off x="0" y="0"/>
          <a:ext cx="0" cy="0"/>
          <a:chOff x="0" y="0"/>
          <a:chExt cx="0" cy="0"/>
        </a:xfrm>
      </p:grpSpPr>
      <p:sp>
        <p:nvSpPr>
          <p:cNvPr id="9" name="灯片编号占位符 8"/>
          <p:cNvSpPr>
            <a:spLocks noGrp="1"/>
          </p:cNvSpPr>
          <p:nvPr>
            <p:ph type="sldNum" sz="quarter" idx="4"/>
            <p:custDataLst>
              <p:tags r:id="rId1"/>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12" name="页脚占位符 11"/>
          <p:cNvSpPr>
            <a:spLocks noGrp="1"/>
          </p:cNvSpPr>
          <p:nvPr>
            <p:ph type="ftr" sz="quarter" idx="3"/>
            <p:custDataLst>
              <p:tags r:id="rId2"/>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标题 5"/>
          <p:cNvSpPr>
            <a:spLocks noGrp="1"/>
          </p:cNvSpPr>
          <p:nvPr>
            <p:ph type="ctrTitle" idx="16385" hasCustomPrompt="1"/>
            <p:custDataLst>
              <p:tags r:id="rId3"/>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p>
        </p:txBody>
      </p:sp>
      <p:sp>
        <p:nvSpPr>
          <p:cNvPr id="7" name="内容占位符 6"/>
          <p:cNvSpPr>
            <a:spLocks noGrp="1"/>
          </p:cNvSpPr>
          <p:nvPr>
            <p:ph idx="16392" hasCustomPrompt="1"/>
            <p:custDataLst>
              <p:tags r:id="rId4"/>
            </p:custDataLst>
          </p:nvPr>
        </p:nvSpPr>
        <p:spPr>
          <a:xfrm>
            <a:off x="609600" y="1524000"/>
            <a:ext cx="10972800" cy="2540000"/>
          </a:xfrm>
          <a:custGeom>
            <a:avLst/>
            <a:gdLst>
              <a:gd name="connisteX0" fmla="*/ 0 w 10972800"/>
              <a:gd name="connsiteY0" fmla="*/ 203200 h 2540000"/>
              <a:gd name="connisteX1" fmla="*/ 203200 w 10972800"/>
              <a:gd name="connsiteY1" fmla="*/ 0 h 2540000"/>
              <a:gd name="connisteX2" fmla="*/ 10769600 w 10972800"/>
              <a:gd name="connsiteY2" fmla="*/ 0 h 2540000"/>
              <a:gd name="connisteX3" fmla="*/ 10972800 w 10972800"/>
              <a:gd name="connsiteY3" fmla="*/ 203200 h 2540000"/>
              <a:gd name="connisteX4" fmla="*/ 10972800 w 10972800"/>
              <a:gd name="connsiteY4" fmla="*/ 2336800 h 2540000"/>
              <a:gd name="connisteX5" fmla="*/ 10769600 w 10972800"/>
              <a:gd name="connsiteY5" fmla="*/ 2540000 h 2540000"/>
              <a:gd name="connisteX6" fmla="*/ 203200 w 10972800"/>
              <a:gd name="connsiteY6" fmla="*/ 2540000 h 2540000"/>
              <a:gd name="connisteX7" fmla="*/ 0 w 10972800"/>
              <a:gd name="connsiteY7" fmla="*/ 2336800 h 2540000"/>
              <a:gd name="connisteX8" fmla="*/ 0 w 10972800"/>
              <a:gd name="connsiteY8" fmla="*/ 203200 h 2540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540000">
                <a:moveTo>
                  <a:pt x="0" y="203200"/>
                </a:moveTo>
                <a:cubicBezTo>
                  <a:pt x="0" y="90976"/>
                  <a:pt x="90976" y="0"/>
                  <a:pt x="203200" y="0"/>
                </a:cubicBezTo>
                <a:lnTo>
                  <a:pt x="10769600" y="0"/>
                </a:lnTo>
                <a:cubicBezTo>
                  <a:pt x="10881824" y="0"/>
                  <a:pt x="10972800" y="90976"/>
                  <a:pt x="10972800" y="203200"/>
                </a:cubicBezTo>
                <a:lnTo>
                  <a:pt x="10972800" y="2336800"/>
                </a:lnTo>
                <a:cubicBezTo>
                  <a:pt x="10972800" y="2449024"/>
                  <a:pt x="10881824" y="2540000"/>
                  <a:pt x="10769600" y="2540000"/>
                </a:cubicBezTo>
                <a:lnTo>
                  <a:pt x="203200" y="2540000"/>
                </a:lnTo>
                <a:cubicBezTo>
                  <a:pt x="90976" y="2540000"/>
                  <a:pt x="0" y="2449024"/>
                  <a:pt x="0" y="23368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8" name="装饰  7"/>
          <p:cNvSpPr>
            <a:spLocks noGrp="1"/>
          </p:cNvSpPr>
          <p:nvPr>
            <p:ph type="body" idx="16393" hasCustomPrompt="1"/>
            <p:custDataLst>
              <p:tags r:id="rId5"/>
            </p:custDataLst>
          </p:nvPr>
        </p:nvSpPr>
        <p:spPr>
          <a:xfrm>
            <a:off x="609600" y="45212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0" name="文本占位符 9"/>
          <p:cNvSpPr>
            <a:spLocks noGrp="1"/>
          </p:cNvSpPr>
          <p:nvPr>
            <p:ph type="body" idx="16386" hasCustomPrompt="1"/>
            <p:custDataLst>
              <p:tags r:id="rId6"/>
            </p:custDataLst>
          </p:nvPr>
        </p:nvSpPr>
        <p:spPr>
          <a:xfrm>
            <a:off x="762000" y="45212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1" name="文本占位符 10"/>
          <p:cNvSpPr>
            <a:spLocks noGrp="1"/>
          </p:cNvSpPr>
          <p:nvPr>
            <p:ph type="body" idx="16387" hasCustomPrompt="1"/>
            <p:custDataLst>
              <p:tags r:id="rId7"/>
            </p:custDataLst>
          </p:nvPr>
        </p:nvSpPr>
        <p:spPr>
          <a:xfrm>
            <a:off x="762000" y="5029200"/>
            <a:ext cx="3098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3" name="装饰  2"/>
          <p:cNvSpPr>
            <a:spLocks noGrp="1"/>
          </p:cNvSpPr>
          <p:nvPr>
            <p:ph type="body" idx="16394" hasCustomPrompt="1"/>
            <p:custDataLst>
              <p:tags r:id="rId8"/>
            </p:custDataLst>
          </p:nvPr>
        </p:nvSpPr>
        <p:spPr>
          <a:xfrm>
            <a:off x="4470400" y="45212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6" name="文本占位符 15"/>
          <p:cNvSpPr>
            <a:spLocks noGrp="1"/>
          </p:cNvSpPr>
          <p:nvPr>
            <p:ph type="body" idx="16388" hasCustomPrompt="1"/>
            <p:custDataLst>
              <p:tags r:id="rId9"/>
            </p:custDataLst>
          </p:nvPr>
        </p:nvSpPr>
        <p:spPr>
          <a:xfrm>
            <a:off x="4622800" y="45212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7" name="文本占位符 16"/>
          <p:cNvSpPr>
            <a:spLocks noGrp="1"/>
          </p:cNvSpPr>
          <p:nvPr>
            <p:ph type="body" idx="16389" hasCustomPrompt="1"/>
            <p:custDataLst>
              <p:tags r:id="rId10"/>
            </p:custDataLst>
          </p:nvPr>
        </p:nvSpPr>
        <p:spPr>
          <a:xfrm>
            <a:off x="4622800" y="5029200"/>
            <a:ext cx="3098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8" name="装饰  7"/>
          <p:cNvSpPr>
            <a:spLocks noGrp="1"/>
          </p:cNvSpPr>
          <p:nvPr>
            <p:ph type="body" idx="16395" hasCustomPrompt="1"/>
            <p:custDataLst>
              <p:tags r:id="rId11"/>
            </p:custDataLst>
          </p:nvPr>
        </p:nvSpPr>
        <p:spPr>
          <a:xfrm>
            <a:off x="8331200" y="4521200"/>
            <a:ext cx="50800" cy="1727200"/>
          </a:xfrm>
          <a:custGeom>
            <a:avLst/>
            <a:gdLst>
              <a:gd name="connisteX0" fmla="*/ 0 w 50800"/>
              <a:gd name="connsiteY0" fmla="*/ 25400 h 1727200"/>
              <a:gd name="connisteX1" fmla="*/ 25400 w 50800"/>
              <a:gd name="connsiteY1" fmla="*/ 0 h 1727200"/>
              <a:gd name="connisteX2" fmla="*/ 25400 w 50800"/>
              <a:gd name="connsiteY2" fmla="*/ 0 h 1727200"/>
              <a:gd name="connisteX3" fmla="*/ 50800 w 50800"/>
              <a:gd name="connsiteY3" fmla="*/ 25400 h 1727200"/>
              <a:gd name="connisteX4" fmla="*/ 50800 w 50800"/>
              <a:gd name="connsiteY4" fmla="*/ 1701800 h 1727200"/>
              <a:gd name="connisteX5" fmla="*/ 25400 w 50800"/>
              <a:gd name="connsiteY5" fmla="*/ 1727200 h 1727200"/>
              <a:gd name="connisteX6" fmla="*/ 25400 w 50800"/>
              <a:gd name="connsiteY6" fmla="*/ 1727200 h 1727200"/>
              <a:gd name="connisteX7" fmla="*/ 0 w 50800"/>
              <a:gd name="connsiteY7" fmla="*/ 1701800 h 1727200"/>
              <a:gd name="connisteX8" fmla="*/ 0 w 50800"/>
              <a:gd name="connsiteY8" fmla="*/ 25400 h 1727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0800" h="1727200">
                <a:moveTo>
                  <a:pt x="0" y="25400"/>
                </a:moveTo>
                <a:cubicBezTo>
                  <a:pt x="0" y="11372"/>
                  <a:pt x="11372" y="0"/>
                  <a:pt x="25400" y="0"/>
                </a:cubicBezTo>
                <a:lnTo>
                  <a:pt x="25400" y="0"/>
                </a:lnTo>
                <a:cubicBezTo>
                  <a:pt x="39428" y="0"/>
                  <a:pt x="50800" y="11372"/>
                  <a:pt x="50800" y="25400"/>
                </a:cubicBezTo>
                <a:lnTo>
                  <a:pt x="50800" y="1701800"/>
                </a:lnTo>
                <a:cubicBezTo>
                  <a:pt x="50800" y="1715828"/>
                  <a:pt x="39428" y="1727200"/>
                  <a:pt x="25400" y="1727200"/>
                </a:cubicBezTo>
                <a:lnTo>
                  <a:pt x="25400" y="1727200"/>
                </a:lnTo>
                <a:cubicBezTo>
                  <a:pt x="11372" y="1727200"/>
                  <a:pt x="0" y="1715828"/>
                  <a:pt x="0" y="1701800"/>
                </a:cubicBezTo>
                <a:lnTo>
                  <a:pt x="0" y="25400"/>
                </a:lnTo>
                <a:close/>
              </a:path>
            </a:pathLst>
          </a:custGeom>
          <a:solidFill>
            <a:schemeClr val="accent1"/>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9" name="文本占位符 18"/>
          <p:cNvSpPr>
            <a:spLocks noGrp="1"/>
          </p:cNvSpPr>
          <p:nvPr>
            <p:ph type="body" idx="16390" hasCustomPrompt="1"/>
            <p:custDataLst>
              <p:tags r:id="rId12"/>
            </p:custDataLst>
          </p:nvPr>
        </p:nvSpPr>
        <p:spPr>
          <a:xfrm>
            <a:off x="8483600" y="45212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0" name="文本占位符 19"/>
          <p:cNvSpPr>
            <a:spLocks noGrp="1"/>
          </p:cNvSpPr>
          <p:nvPr>
            <p:ph type="body" idx="16391" hasCustomPrompt="1"/>
            <p:custDataLst>
              <p:tags r:id="rId13"/>
            </p:custDataLst>
          </p:nvPr>
        </p:nvSpPr>
        <p:spPr>
          <a:xfrm>
            <a:off x="8483600" y="5029200"/>
            <a:ext cx="30988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正文页-31_34">
    <p:bg>
      <p:bgRef idx="1001">
        <a:schemeClr val="bg2"/>
      </p:bgRef>
    </p:bg>
    <p:spTree>
      <p:nvGrpSpPr>
        <p:cNvPr id="1" name=""/>
        <p:cNvGrpSpPr/>
        <p:nvPr/>
      </p:nvGrpSpPr>
      <p:grpSpPr>
        <a:xfrm>
          <a:off x="0" y="0"/>
          <a:ext cx="0" cy="0"/>
          <a:chOff x="0" y="0"/>
          <a:chExt cx="0" cy="0"/>
        </a:xfrm>
      </p:grpSpPr>
      <p:sp>
        <p:nvSpPr>
          <p:cNvPr id="9" name="灯片编号占位符 8"/>
          <p:cNvSpPr>
            <a:spLocks noGrp="1"/>
          </p:cNvSpPr>
          <p:nvPr>
            <p:ph type="sldNum" sz="quarter" idx="4"/>
            <p:custDataLst>
              <p:tags r:id="rId1"/>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12" name="页脚占位符 11"/>
          <p:cNvSpPr>
            <a:spLocks noGrp="1"/>
          </p:cNvSpPr>
          <p:nvPr>
            <p:ph type="ftr" sz="quarter" idx="3"/>
            <p:custDataLst>
              <p:tags r:id="rId2"/>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标题 5"/>
          <p:cNvSpPr>
            <a:spLocks noGrp="1"/>
          </p:cNvSpPr>
          <p:nvPr>
            <p:ph type="ctrTitle" idx="16385" hasCustomPrompt="1"/>
            <p:custDataLst>
              <p:tags r:id="rId3"/>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p>
        </p:txBody>
      </p:sp>
      <p:sp>
        <p:nvSpPr>
          <p:cNvPr id="7" name="装饰  6"/>
          <p:cNvSpPr>
            <a:spLocks noGrp="1"/>
          </p:cNvSpPr>
          <p:nvPr>
            <p:ph type="body" idx="16394" hasCustomPrompt="1"/>
            <p:custDataLst>
              <p:tags r:id="rId4"/>
            </p:custDataLst>
          </p:nvPr>
        </p:nvSpPr>
        <p:spPr>
          <a:xfrm>
            <a:off x="609600" y="15240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8" name="图片占位符 7"/>
          <p:cNvSpPr>
            <a:spLocks noGrp="1"/>
          </p:cNvSpPr>
          <p:nvPr>
            <p:ph type="pic" idx="16395" hasCustomPrompt="1"/>
            <p:custDataLst>
              <p:tags r:id="rId5"/>
            </p:custDataLst>
          </p:nvPr>
        </p:nvSpPr>
        <p:spPr>
          <a:xfrm>
            <a:off x="914400" y="20193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0" name="文本占位符 9"/>
          <p:cNvSpPr>
            <a:spLocks noGrp="1"/>
          </p:cNvSpPr>
          <p:nvPr>
            <p:ph type="body" idx="16386" hasCustomPrompt="1"/>
            <p:custDataLst>
              <p:tags r:id="rId6"/>
            </p:custDataLst>
          </p:nvPr>
        </p:nvSpPr>
        <p:spPr>
          <a:xfrm>
            <a:off x="2387600" y="1765300"/>
            <a:ext cx="3251200" cy="406400"/>
          </a:xfrm>
          <a:noFill/>
        </p:spPr>
        <p:txBody>
          <a:bodyPr lIns="0" tIns="0" rIns="0" bIns="0" anchor="ctr">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1" name="文本占位符 10"/>
          <p:cNvSpPr>
            <a:spLocks noGrp="1"/>
          </p:cNvSpPr>
          <p:nvPr>
            <p:ph type="body" idx="16387" hasCustomPrompt="1"/>
            <p:custDataLst>
              <p:tags r:id="rId7"/>
            </p:custDataLst>
          </p:nvPr>
        </p:nvSpPr>
        <p:spPr>
          <a:xfrm>
            <a:off x="2387600" y="2273300"/>
            <a:ext cx="3251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3" name="装饰  2"/>
          <p:cNvSpPr>
            <a:spLocks noGrp="1"/>
          </p:cNvSpPr>
          <p:nvPr>
            <p:ph type="body" idx="16396" hasCustomPrompt="1"/>
            <p:custDataLst>
              <p:tags r:id="rId8"/>
            </p:custDataLst>
          </p:nvPr>
        </p:nvSpPr>
        <p:spPr>
          <a:xfrm>
            <a:off x="6248400" y="15240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6" name="图片占位符 15"/>
          <p:cNvSpPr>
            <a:spLocks noGrp="1"/>
          </p:cNvSpPr>
          <p:nvPr>
            <p:ph type="pic" idx="16397" hasCustomPrompt="1"/>
            <p:custDataLst>
              <p:tags r:id="rId9"/>
            </p:custDataLst>
          </p:nvPr>
        </p:nvSpPr>
        <p:spPr>
          <a:xfrm>
            <a:off x="6553200" y="20193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7" name="文本占位符 16"/>
          <p:cNvSpPr>
            <a:spLocks noGrp="1"/>
          </p:cNvSpPr>
          <p:nvPr>
            <p:ph type="body" idx="16388" hasCustomPrompt="1"/>
            <p:custDataLst>
              <p:tags r:id="rId10"/>
            </p:custDataLst>
          </p:nvPr>
        </p:nvSpPr>
        <p:spPr>
          <a:xfrm>
            <a:off x="8026400" y="1765300"/>
            <a:ext cx="3251200" cy="406400"/>
          </a:xfrm>
          <a:noFill/>
        </p:spPr>
        <p:txBody>
          <a:bodyPr lIns="0" tIns="0" rIns="0" bIns="0" anchor="ctr">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89" hasCustomPrompt="1"/>
            <p:custDataLst>
              <p:tags r:id="rId11"/>
            </p:custDataLst>
          </p:nvPr>
        </p:nvSpPr>
        <p:spPr>
          <a:xfrm>
            <a:off x="8026400" y="2273300"/>
            <a:ext cx="3251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9" name="装饰  8"/>
          <p:cNvSpPr>
            <a:spLocks noGrp="1"/>
          </p:cNvSpPr>
          <p:nvPr>
            <p:ph type="body" idx="16398" hasCustomPrompt="1"/>
            <p:custDataLst>
              <p:tags r:id="rId12"/>
            </p:custDataLst>
          </p:nvPr>
        </p:nvSpPr>
        <p:spPr>
          <a:xfrm>
            <a:off x="609600" y="40386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0" name="图片占位符 19"/>
          <p:cNvSpPr>
            <a:spLocks noGrp="1"/>
          </p:cNvSpPr>
          <p:nvPr>
            <p:ph type="pic" idx="16399" hasCustomPrompt="1"/>
            <p:custDataLst>
              <p:tags r:id="rId13"/>
            </p:custDataLst>
          </p:nvPr>
        </p:nvSpPr>
        <p:spPr>
          <a:xfrm>
            <a:off x="914400" y="45339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1" name="文本占位符 20"/>
          <p:cNvSpPr>
            <a:spLocks noGrp="1"/>
          </p:cNvSpPr>
          <p:nvPr>
            <p:ph type="body" idx="16390" hasCustomPrompt="1"/>
            <p:custDataLst>
              <p:tags r:id="rId14"/>
            </p:custDataLst>
          </p:nvPr>
        </p:nvSpPr>
        <p:spPr>
          <a:xfrm>
            <a:off x="2387600" y="4279900"/>
            <a:ext cx="3251200" cy="406400"/>
          </a:xfrm>
          <a:noFill/>
        </p:spPr>
        <p:txBody>
          <a:bodyPr lIns="0" tIns="0" rIns="0" bIns="0" anchor="ctr">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2" name="文本占位符 21"/>
          <p:cNvSpPr>
            <a:spLocks noGrp="1"/>
          </p:cNvSpPr>
          <p:nvPr>
            <p:ph type="body" idx="16391" hasCustomPrompt="1"/>
            <p:custDataLst>
              <p:tags r:id="rId15"/>
            </p:custDataLst>
          </p:nvPr>
        </p:nvSpPr>
        <p:spPr>
          <a:xfrm>
            <a:off x="2387600" y="4787900"/>
            <a:ext cx="3251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23" name="装饰  2"/>
          <p:cNvSpPr>
            <a:spLocks noGrp="1"/>
          </p:cNvSpPr>
          <p:nvPr>
            <p:ph type="body" idx="16400" hasCustomPrompt="1"/>
            <p:custDataLst>
              <p:tags r:id="rId16"/>
            </p:custDataLst>
          </p:nvPr>
        </p:nvSpPr>
        <p:spPr>
          <a:xfrm>
            <a:off x="6248400" y="40386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0"/>
                  <a:lumOff val="100000"/>
                </a:schemeClr>
              </a:gs>
              <a:gs pos="100000">
                <a:schemeClr val="accent1">
                  <a:lumMod val="0"/>
                  <a:lumOff val="100000"/>
                </a:schemeClr>
              </a:gs>
            </a:gsLst>
            <a:lin ang="5400000"/>
          </a:gra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4" name="图片占位符 23"/>
          <p:cNvSpPr>
            <a:spLocks noGrp="1"/>
          </p:cNvSpPr>
          <p:nvPr>
            <p:ph type="pic" idx="16401" hasCustomPrompt="1"/>
            <p:custDataLst>
              <p:tags r:id="rId17"/>
            </p:custDataLst>
          </p:nvPr>
        </p:nvSpPr>
        <p:spPr>
          <a:xfrm>
            <a:off x="6553200" y="45339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25" name="文本占位符 24"/>
          <p:cNvSpPr>
            <a:spLocks noGrp="1"/>
          </p:cNvSpPr>
          <p:nvPr>
            <p:ph type="body" idx="16392" hasCustomPrompt="1"/>
            <p:custDataLst>
              <p:tags r:id="rId18"/>
            </p:custDataLst>
          </p:nvPr>
        </p:nvSpPr>
        <p:spPr>
          <a:xfrm>
            <a:off x="8026400" y="4279900"/>
            <a:ext cx="3251200" cy="406400"/>
          </a:xfrm>
          <a:noFill/>
        </p:spPr>
        <p:txBody>
          <a:bodyPr lIns="0" tIns="0" rIns="0" bIns="0" anchor="ctr">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6" name="文本占位符 25"/>
          <p:cNvSpPr>
            <a:spLocks noGrp="1"/>
          </p:cNvSpPr>
          <p:nvPr>
            <p:ph type="body" idx="16393" hasCustomPrompt="1"/>
            <p:custDataLst>
              <p:tags r:id="rId19"/>
            </p:custDataLst>
          </p:nvPr>
        </p:nvSpPr>
        <p:spPr>
          <a:xfrm>
            <a:off x="8026400" y="4787900"/>
            <a:ext cx="32512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正文页-34_20">
    <p:bg>
      <p:bgRef idx="1001">
        <a:schemeClr val="bg2"/>
      </p:bgRef>
    </p:bg>
    <p:spTree>
      <p:nvGrpSpPr>
        <p:cNvPr id="1" name=""/>
        <p:cNvGrpSpPr/>
        <p:nvPr/>
      </p:nvGrpSpPr>
      <p:grpSpPr>
        <a:xfrm>
          <a:off x="0" y="0"/>
          <a:ext cx="0" cy="0"/>
          <a:chOff x="0" y="0"/>
          <a:chExt cx="0" cy="0"/>
        </a:xfrm>
      </p:grpSpPr>
      <p:sp>
        <p:nvSpPr>
          <p:cNvPr id="9" name="灯片编号占位符 8"/>
          <p:cNvSpPr>
            <a:spLocks noGrp="1"/>
          </p:cNvSpPr>
          <p:nvPr>
            <p:ph type="sldNum" sz="quarter" idx="4"/>
            <p:custDataLst>
              <p:tags r:id="rId1"/>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12" name="页脚占位符 11"/>
          <p:cNvSpPr>
            <a:spLocks noGrp="1"/>
          </p:cNvSpPr>
          <p:nvPr>
            <p:ph type="ftr" sz="quarter" idx="3"/>
            <p:custDataLst>
              <p:tags r:id="rId2"/>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标题 5"/>
          <p:cNvSpPr>
            <a:spLocks noGrp="1"/>
          </p:cNvSpPr>
          <p:nvPr>
            <p:ph type="ctrTitle" idx="16385" hasCustomPrompt="1"/>
            <p:custDataLst>
              <p:tags r:id="rId3"/>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rPr lang="zh-CN" altLang="en-US"/>
              <a:t>单击此处添加标题</a:t>
            </a:r>
          </a:p>
        </p:txBody>
      </p:sp>
      <p:sp>
        <p:nvSpPr>
          <p:cNvPr id="7" name="图片占位符 6"/>
          <p:cNvSpPr>
            <a:spLocks noGrp="1"/>
          </p:cNvSpPr>
          <p:nvPr>
            <p:ph type="pic" idx="16392" hasCustomPrompt="1"/>
            <p:custDataLst>
              <p:tags r:id="rId4"/>
            </p:custDataLst>
          </p:nvPr>
        </p:nvSpPr>
        <p:spPr>
          <a:xfrm>
            <a:off x="609600" y="1600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8" name="文本占位符 7"/>
          <p:cNvSpPr>
            <a:spLocks noGrp="1"/>
          </p:cNvSpPr>
          <p:nvPr>
            <p:ph type="body" idx="16386" hasCustomPrompt="1"/>
            <p:custDataLst>
              <p:tags r:id="rId5"/>
            </p:custDataLst>
          </p:nvPr>
        </p:nvSpPr>
        <p:spPr>
          <a:xfrm>
            <a:off x="2082800" y="1651000"/>
            <a:ext cx="9499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0" name="文本占位符 9"/>
          <p:cNvSpPr>
            <a:spLocks noGrp="1"/>
          </p:cNvSpPr>
          <p:nvPr>
            <p:ph type="body" idx="16387" hasCustomPrompt="1"/>
            <p:custDataLst>
              <p:tags r:id="rId6"/>
            </p:custDataLst>
          </p:nvPr>
        </p:nvSpPr>
        <p:spPr>
          <a:xfrm>
            <a:off x="2082800" y="2159000"/>
            <a:ext cx="9499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1" name="图片占位符 10"/>
          <p:cNvSpPr>
            <a:spLocks noGrp="1"/>
          </p:cNvSpPr>
          <p:nvPr>
            <p:ph type="pic" idx="16393" hasCustomPrompt="1"/>
            <p:custDataLst>
              <p:tags r:id="rId7"/>
            </p:custDataLst>
          </p:nvPr>
        </p:nvSpPr>
        <p:spPr>
          <a:xfrm>
            <a:off x="609600" y="32766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3" name="文本占位符 12"/>
          <p:cNvSpPr>
            <a:spLocks noGrp="1"/>
          </p:cNvSpPr>
          <p:nvPr>
            <p:ph type="body" idx="16388" hasCustomPrompt="1"/>
            <p:custDataLst>
              <p:tags r:id="rId8"/>
            </p:custDataLst>
          </p:nvPr>
        </p:nvSpPr>
        <p:spPr>
          <a:xfrm>
            <a:off x="2082800" y="3327400"/>
            <a:ext cx="9499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6" name="文本占位符 15"/>
          <p:cNvSpPr>
            <a:spLocks noGrp="1"/>
          </p:cNvSpPr>
          <p:nvPr>
            <p:ph type="body" idx="16389" hasCustomPrompt="1"/>
            <p:custDataLst>
              <p:tags r:id="rId9"/>
            </p:custDataLst>
          </p:nvPr>
        </p:nvSpPr>
        <p:spPr>
          <a:xfrm>
            <a:off x="2082800" y="3835400"/>
            <a:ext cx="9499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7" name="图片占位符 16"/>
          <p:cNvSpPr>
            <a:spLocks noGrp="1"/>
          </p:cNvSpPr>
          <p:nvPr>
            <p:ph type="pic" idx="16394" hasCustomPrompt="1"/>
            <p:custDataLst>
              <p:tags r:id="rId10"/>
            </p:custDataLst>
          </p:nvPr>
        </p:nvSpPr>
        <p:spPr>
          <a:xfrm>
            <a:off x="609600" y="49530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p>
        </p:txBody>
      </p:sp>
      <p:sp>
        <p:nvSpPr>
          <p:cNvPr id="18" name="文本占位符 17"/>
          <p:cNvSpPr>
            <a:spLocks noGrp="1"/>
          </p:cNvSpPr>
          <p:nvPr>
            <p:ph type="body" idx="16390" hasCustomPrompt="1"/>
            <p:custDataLst>
              <p:tags r:id="rId11"/>
            </p:custDataLst>
          </p:nvPr>
        </p:nvSpPr>
        <p:spPr>
          <a:xfrm>
            <a:off x="2082800" y="5003800"/>
            <a:ext cx="9499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9" name="文本占位符 18"/>
          <p:cNvSpPr>
            <a:spLocks noGrp="1"/>
          </p:cNvSpPr>
          <p:nvPr>
            <p:ph type="body" idx="16391" hasCustomPrompt="1"/>
            <p:custDataLst>
              <p:tags r:id="rId12"/>
            </p:custDataLst>
          </p:nvPr>
        </p:nvSpPr>
        <p:spPr>
          <a:xfrm>
            <a:off x="2082800" y="5511800"/>
            <a:ext cx="9499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正文页-51_15">
    <p:bg>
      <p:bgRef idx="1001">
        <a:schemeClr val="bg2"/>
      </p:bgRef>
    </p:bg>
    <p:spTree>
      <p:nvGrpSpPr>
        <p:cNvPr id="1" name=""/>
        <p:cNvGrpSpPr/>
        <p:nvPr/>
      </p:nvGrpSpPr>
      <p:grpSpPr>
        <a:xfrm>
          <a:off x="0" y="0"/>
          <a:ext cx="0" cy="0"/>
          <a:chOff x="0" y="0"/>
          <a:chExt cx="0" cy="0"/>
        </a:xfrm>
      </p:grpSpPr>
      <p:sp>
        <p:nvSpPr>
          <p:cNvPr id="9" name="灯片编号占位符 8"/>
          <p:cNvSpPr>
            <a:spLocks noGrp="1"/>
          </p:cNvSpPr>
          <p:nvPr>
            <p:ph type="sldNum" sz="quarter" idx="4"/>
            <p:custDataLst>
              <p:tags r:id="rId1"/>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12" name="页脚占位符 11"/>
          <p:cNvSpPr>
            <a:spLocks noGrp="1"/>
          </p:cNvSpPr>
          <p:nvPr>
            <p:ph type="ftr" sz="quarter" idx="3"/>
            <p:custDataLst>
              <p:tags r:id="rId2"/>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标题 5"/>
          <p:cNvSpPr>
            <a:spLocks noGrp="1"/>
          </p:cNvSpPr>
          <p:nvPr>
            <p:ph type="ctrTitle" idx="16385" hasCustomPrompt="1"/>
            <p:custDataLst>
              <p:tags r:id="rId3"/>
            </p:custDataLst>
          </p:nvPr>
        </p:nvSpPr>
        <p:spPr>
          <a:xfrm>
            <a:off x="609600" y="37846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pPr lvl="0"/>
            <a:r>
              <a:t>单击此处添加标题</a:t>
            </a:r>
          </a:p>
        </p:txBody>
      </p:sp>
      <p:sp>
        <p:nvSpPr>
          <p:cNvPr id="7" name="内容占位符 6"/>
          <p:cNvSpPr>
            <a:spLocks noGrp="1"/>
          </p:cNvSpPr>
          <p:nvPr>
            <p:ph idx="16392" hasCustomPrompt="1"/>
            <p:custDataLst>
              <p:tags r:id="rId4"/>
            </p:custDataLst>
          </p:nvPr>
        </p:nvSpPr>
        <p:spPr>
          <a:xfrm>
            <a:off x="609600" y="609600"/>
            <a:ext cx="10972800" cy="2641600"/>
          </a:xfrm>
          <a:custGeom>
            <a:avLst/>
            <a:gdLst>
              <a:gd name="connisteX0" fmla="*/ 0 w 10972800"/>
              <a:gd name="connsiteY0" fmla="*/ 203200 h 2641600"/>
              <a:gd name="connisteX1" fmla="*/ 203200 w 10972800"/>
              <a:gd name="connsiteY1" fmla="*/ 0 h 2641600"/>
              <a:gd name="connisteX2" fmla="*/ 10769600 w 10972800"/>
              <a:gd name="connsiteY2" fmla="*/ 0 h 2641600"/>
              <a:gd name="connisteX3" fmla="*/ 10972800 w 10972800"/>
              <a:gd name="connsiteY3" fmla="*/ 203200 h 2641600"/>
              <a:gd name="connisteX4" fmla="*/ 10972800 w 10972800"/>
              <a:gd name="connsiteY4" fmla="*/ 2438400 h 2641600"/>
              <a:gd name="connisteX5" fmla="*/ 10769600 w 10972800"/>
              <a:gd name="connsiteY5" fmla="*/ 2641600 h 2641600"/>
              <a:gd name="connisteX6" fmla="*/ 203200 w 10972800"/>
              <a:gd name="connsiteY6" fmla="*/ 2641600 h 2641600"/>
              <a:gd name="connisteX7" fmla="*/ 0 w 10972800"/>
              <a:gd name="connsiteY7" fmla="*/ 2438400 h 2641600"/>
              <a:gd name="connisteX8" fmla="*/ 0 w 10972800"/>
              <a:gd name="connsiteY8" fmla="*/ 203200 h 2641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2641600">
                <a:moveTo>
                  <a:pt x="0" y="203200"/>
                </a:moveTo>
                <a:cubicBezTo>
                  <a:pt x="0" y="90976"/>
                  <a:pt x="90976" y="0"/>
                  <a:pt x="203200" y="0"/>
                </a:cubicBezTo>
                <a:lnTo>
                  <a:pt x="10769600" y="0"/>
                </a:lnTo>
                <a:cubicBezTo>
                  <a:pt x="10881824" y="0"/>
                  <a:pt x="10972800" y="90976"/>
                  <a:pt x="10972800" y="203200"/>
                </a:cubicBezTo>
                <a:lnTo>
                  <a:pt x="10972800" y="2438400"/>
                </a:lnTo>
                <a:cubicBezTo>
                  <a:pt x="10972800" y="2550624"/>
                  <a:pt x="10881824" y="2641600"/>
                  <a:pt x="10769600" y="2641600"/>
                </a:cubicBezTo>
                <a:lnTo>
                  <a:pt x="203200" y="2641600"/>
                </a:lnTo>
                <a:cubicBezTo>
                  <a:pt x="90976" y="2641600"/>
                  <a:pt x="0" y="2550624"/>
                  <a:pt x="0" y="2438400"/>
                </a:cubicBezTo>
                <a:lnTo>
                  <a:pt x="0" y="203200"/>
                </a:lnTo>
                <a:close/>
              </a:path>
            </a:pathLst>
          </a:custGeom>
          <a:solidFill>
            <a:srgbClr val="DDDDDD"/>
          </a:solidFill>
          <a:ln>
            <a:noFill/>
          </a:ln>
        </p:spPr>
        <p:txBody>
          <a:bodyPr>
            <a:norm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8" name="文本占位符 7"/>
          <p:cNvSpPr>
            <a:spLocks noGrp="1"/>
          </p:cNvSpPr>
          <p:nvPr>
            <p:ph type="body" idx="16386" hasCustomPrompt="1"/>
            <p:custDataLst>
              <p:tags r:id="rId5"/>
            </p:custDataLst>
          </p:nvPr>
        </p:nvSpPr>
        <p:spPr>
          <a:xfrm>
            <a:off x="609600" y="47752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0" name="文本占位符 9"/>
          <p:cNvSpPr>
            <a:spLocks noGrp="1"/>
          </p:cNvSpPr>
          <p:nvPr>
            <p:ph type="body" idx="16387" hasCustomPrompt="1"/>
            <p:custDataLst>
              <p:tags r:id="rId6"/>
            </p:custDataLst>
          </p:nvPr>
        </p:nvSpPr>
        <p:spPr>
          <a:xfrm>
            <a:off x="609600" y="5334000"/>
            <a:ext cx="3251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1" name="文本占位符 10"/>
          <p:cNvSpPr>
            <a:spLocks noGrp="1"/>
          </p:cNvSpPr>
          <p:nvPr>
            <p:ph type="body" idx="16388" hasCustomPrompt="1"/>
            <p:custDataLst>
              <p:tags r:id="rId7"/>
            </p:custDataLst>
          </p:nvPr>
        </p:nvSpPr>
        <p:spPr>
          <a:xfrm>
            <a:off x="4470400" y="47752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3" name="文本占位符 12"/>
          <p:cNvSpPr>
            <a:spLocks noGrp="1"/>
          </p:cNvSpPr>
          <p:nvPr>
            <p:ph type="body" idx="16389" hasCustomPrompt="1"/>
            <p:custDataLst>
              <p:tags r:id="rId8"/>
            </p:custDataLst>
          </p:nvPr>
        </p:nvSpPr>
        <p:spPr>
          <a:xfrm>
            <a:off x="4470400" y="5334000"/>
            <a:ext cx="3251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
        <p:nvSpPr>
          <p:cNvPr id="16" name="文本占位符 15"/>
          <p:cNvSpPr>
            <a:spLocks noGrp="1"/>
          </p:cNvSpPr>
          <p:nvPr>
            <p:ph type="body" idx="16390" hasCustomPrompt="1"/>
            <p:custDataLst>
              <p:tags r:id="rId9"/>
            </p:custDataLst>
          </p:nvPr>
        </p:nvSpPr>
        <p:spPr>
          <a:xfrm>
            <a:off x="8331200" y="47752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7" name="文本占位符 16"/>
          <p:cNvSpPr>
            <a:spLocks noGrp="1"/>
          </p:cNvSpPr>
          <p:nvPr>
            <p:ph type="body" idx="16391" hasCustomPrompt="1"/>
            <p:custDataLst>
              <p:tags r:id="rId10"/>
            </p:custDataLst>
          </p:nvPr>
        </p:nvSpPr>
        <p:spPr>
          <a:xfrm>
            <a:off x="8331200" y="5334000"/>
            <a:ext cx="3251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a:t>单击此处添加项正文</a:t>
            </a:r>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目录页-1-5_3">
    <p:bg>
      <p:bgRef idx="1001">
        <a:schemeClr val="bg2"/>
      </p:bgRef>
    </p:bg>
    <p:spTree>
      <p:nvGrpSpPr>
        <p:cNvPr id="1" name=""/>
        <p:cNvGrpSpPr/>
        <p:nvPr/>
      </p:nvGrpSpPr>
      <p:grpSpPr>
        <a:xfrm>
          <a:off x="0" y="0"/>
          <a:ext cx="0" cy="0"/>
          <a:chOff x="0" y="0"/>
          <a:chExt cx="0" cy="0"/>
        </a:xfrm>
      </p:grpSpPr>
      <p:sp>
        <p:nvSpPr>
          <p:cNvPr id="9" name="灯片编号占位符 8"/>
          <p:cNvSpPr>
            <a:spLocks noGrp="1"/>
          </p:cNvSpPr>
          <p:nvPr>
            <p:ph type="sldNum" sz="quarter" idx="4"/>
            <p:custDataLst>
              <p:tags r:id="rId1"/>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12" name="页脚占位符 11"/>
          <p:cNvSpPr>
            <a:spLocks noGrp="1"/>
          </p:cNvSpPr>
          <p:nvPr>
            <p:ph type="ftr" sz="quarter" idx="3"/>
            <p:custDataLst>
              <p:tags r:id="rId2"/>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副标题 5"/>
          <p:cNvSpPr>
            <a:spLocks noGrp="1"/>
          </p:cNvSpPr>
          <p:nvPr>
            <p:ph type="subTitle" idx="16386" hasCustomPrompt="1"/>
            <p:custDataLst>
              <p:tags r:id="rId3"/>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zh-CN" altLang="en-US"/>
              <a:t>CONTENTS</a:t>
            </a:r>
          </a:p>
        </p:txBody>
      </p:sp>
      <p:sp>
        <p:nvSpPr>
          <p:cNvPr id="7" name="标题 6"/>
          <p:cNvSpPr>
            <a:spLocks noGrp="1"/>
          </p:cNvSpPr>
          <p:nvPr>
            <p:ph type="ctrTitle" idx="16385" hasCustomPrompt="1"/>
            <p:custDataLst>
              <p:tags r:id="rId4"/>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pPr lvl="0"/>
            <a:r>
              <a:t>目录</a:t>
            </a:r>
          </a:p>
        </p:txBody>
      </p:sp>
      <p:sp>
        <p:nvSpPr>
          <p:cNvPr id="8" name="文本占位符 7"/>
          <p:cNvSpPr>
            <a:spLocks noGrp="1"/>
          </p:cNvSpPr>
          <p:nvPr>
            <p:ph type="body" idx="16388" hasCustomPrompt="1"/>
            <p:custDataLst>
              <p:tags r:id="rId5"/>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01</a:t>
            </a:r>
          </a:p>
        </p:txBody>
      </p:sp>
      <p:sp>
        <p:nvSpPr>
          <p:cNvPr id="10" name="装饰  9"/>
          <p:cNvSpPr>
            <a:spLocks noGrp="1"/>
          </p:cNvSpPr>
          <p:nvPr>
            <p:ph type="body" idx="16393" hasCustomPrompt="1"/>
            <p:custDataLst>
              <p:tags r:id="rId6"/>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1" name="文本占位符 10"/>
          <p:cNvSpPr>
            <a:spLocks noGrp="1"/>
          </p:cNvSpPr>
          <p:nvPr>
            <p:ph type="body" idx="16387" hasCustomPrompt="1"/>
            <p:custDataLst>
              <p:tags r:id="rId7"/>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3" name="文本占位符 12"/>
          <p:cNvSpPr>
            <a:spLocks noGrp="1"/>
          </p:cNvSpPr>
          <p:nvPr>
            <p:ph type="body" idx="16390" hasCustomPrompt="1"/>
            <p:custDataLst>
              <p:tags r:id="rId8"/>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02</a:t>
            </a:r>
          </a:p>
        </p:txBody>
      </p:sp>
      <p:sp>
        <p:nvSpPr>
          <p:cNvPr id="16" name="装饰  5"/>
          <p:cNvSpPr>
            <a:spLocks noGrp="1"/>
          </p:cNvSpPr>
          <p:nvPr>
            <p:ph type="body" idx="16394" hasCustomPrompt="1"/>
            <p:custDataLst>
              <p:tags r:id="rId9"/>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89" hasCustomPrompt="1"/>
            <p:custDataLst>
              <p:tags r:id="rId10"/>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92" hasCustomPrompt="1"/>
            <p:custDataLst>
              <p:tags r:id="rId11"/>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03</a:t>
            </a:r>
          </a:p>
        </p:txBody>
      </p:sp>
      <p:sp>
        <p:nvSpPr>
          <p:cNvPr id="19" name="装饰  8"/>
          <p:cNvSpPr>
            <a:spLocks noGrp="1"/>
          </p:cNvSpPr>
          <p:nvPr>
            <p:ph type="body" idx="16395" hasCustomPrompt="1"/>
            <p:custDataLst>
              <p:tags r:id="rId12"/>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0" name="文本占位符 19"/>
          <p:cNvSpPr>
            <a:spLocks noGrp="1"/>
          </p:cNvSpPr>
          <p:nvPr>
            <p:ph type="body" idx="16391" hasCustomPrompt="1"/>
            <p:custDataLst>
              <p:tags r:id="rId13"/>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目录页-1-5_4">
    <p:bg>
      <p:bgRef idx="1001">
        <a:schemeClr val="bg2"/>
      </p:bgRef>
    </p:bg>
    <p:spTree>
      <p:nvGrpSpPr>
        <p:cNvPr id="1" name=""/>
        <p:cNvGrpSpPr/>
        <p:nvPr/>
      </p:nvGrpSpPr>
      <p:grpSpPr>
        <a:xfrm>
          <a:off x="0" y="0"/>
          <a:ext cx="0" cy="0"/>
          <a:chOff x="0" y="0"/>
          <a:chExt cx="0" cy="0"/>
        </a:xfrm>
      </p:grpSpPr>
      <p:sp>
        <p:nvSpPr>
          <p:cNvPr id="9" name="灯片编号占位符 8"/>
          <p:cNvSpPr>
            <a:spLocks noGrp="1"/>
          </p:cNvSpPr>
          <p:nvPr>
            <p:ph type="sldNum" sz="quarter" idx="4"/>
            <p:custDataLst>
              <p:tags r:id="rId1"/>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12" name="页脚占位符 11"/>
          <p:cNvSpPr>
            <a:spLocks noGrp="1"/>
          </p:cNvSpPr>
          <p:nvPr>
            <p:ph type="ftr" sz="quarter" idx="3"/>
            <p:custDataLst>
              <p:tags r:id="rId2"/>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副标题 5"/>
          <p:cNvSpPr>
            <a:spLocks noGrp="1"/>
          </p:cNvSpPr>
          <p:nvPr>
            <p:ph type="subTitle" idx="16386" hasCustomPrompt="1"/>
            <p:custDataLst>
              <p:tags r:id="rId3"/>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zh-CN" altLang="en-US"/>
              <a:t>CONTENTS</a:t>
            </a:r>
          </a:p>
        </p:txBody>
      </p:sp>
      <p:sp>
        <p:nvSpPr>
          <p:cNvPr id="7" name="标题 6"/>
          <p:cNvSpPr>
            <a:spLocks noGrp="1"/>
          </p:cNvSpPr>
          <p:nvPr>
            <p:ph type="ctrTitle" idx="16385" hasCustomPrompt="1"/>
            <p:custDataLst>
              <p:tags r:id="rId4"/>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pPr lvl="0"/>
            <a:r>
              <a:rPr lang="zh-CN" altLang="en-US"/>
              <a:t>目录</a:t>
            </a:r>
          </a:p>
        </p:txBody>
      </p:sp>
      <p:sp>
        <p:nvSpPr>
          <p:cNvPr id="8" name="文本占位符 7"/>
          <p:cNvSpPr>
            <a:spLocks noGrp="1"/>
          </p:cNvSpPr>
          <p:nvPr>
            <p:ph type="body" idx="16388" hasCustomPrompt="1"/>
            <p:custDataLst>
              <p:tags r:id="rId5"/>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01</a:t>
            </a:r>
          </a:p>
        </p:txBody>
      </p:sp>
      <p:sp>
        <p:nvSpPr>
          <p:cNvPr id="10" name="装饰  9"/>
          <p:cNvSpPr>
            <a:spLocks noGrp="1"/>
          </p:cNvSpPr>
          <p:nvPr>
            <p:ph type="body" idx="16395" hasCustomPrompt="1"/>
            <p:custDataLst>
              <p:tags r:id="rId6"/>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1" name="文本占位符 10"/>
          <p:cNvSpPr>
            <a:spLocks noGrp="1"/>
          </p:cNvSpPr>
          <p:nvPr>
            <p:ph type="body" idx="16387" hasCustomPrompt="1"/>
            <p:custDataLst>
              <p:tags r:id="rId7"/>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3" name="文本占位符 12"/>
          <p:cNvSpPr>
            <a:spLocks noGrp="1"/>
          </p:cNvSpPr>
          <p:nvPr>
            <p:ph type="body" idx="16390" hasCustomPrompt="1"/>
            <p:custDataLst>
              <p:tags r:id="rId8"/>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02</a:t>
            </a:r>
          </a:p>
        </p:txBody>
      </p:sp>
      <p:sp>
        <p:nvSpPr>
          <p:cNvPr id="16" name="装饰  5"/>
          <p:cNvSpPr>
            <a:spLocks noGrp="1"/>
          </p:cNvSpPr>
          <p:nvPr>
            <p:ph type="body" idx="16396" hasCustomPrompt="1"/>
            <p:custDataLst>
              <p:tags r:id="rId9"/>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17" name="文本占位符 16"/>
          <p:cNvSpPr>
            <a:spLocks noGrp="1"/>
          </p:cNvSpPr>
          <p:nvPr>
            <p:ph type="body" idx="16389" hasCustomPrompt="1"/>
            <p:custDataLst>
              <p:tags r:id="rId10"/>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18" name="文本占位符 17"/>
          <p:cNvSpPr>
            <a:spLocks noGrp="1"/>
          </p:cNvSpPr>
          <p:nvPr>
            <p:ph type="body" idx="16392" hasCustomPrompt="1"/>
            <p:custDataLst>
              <p:tags r:id="rId11"/>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03</a:t>
            </a:r>
          </a:p>
        </p:txBody>
      </p:sp>
      <p:sp>
        <p:nvSpPr>
          <p:cNvPr id="19" name="装饰  8"/>
          <p:cNvSpPr>
            <a:spLocks noGrp="1"/>
          </p:cNvSpPr>
          <p:nvPr>
            <p:ph type="body" idx="16397" hasCustomPrompt="1"/>
            <p:custDataLst>
              <p:tags r:id="rId12"/>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0" name="文本占位符 19"/>
          <p:cNvSpPr>
            <a:spLocks noGrp="1"/>
          </p:cNvSpPr>
          <p:nvPr>
            <p:ph type="body" idx="16391" hasCustomPrompt="1"/>
            <p:custDataLst>
              <p:tags r:id="rId13"/>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1" name="文本占位符 20"/>
          <p:cNvSpPr>
            <a:spLocks noGrp="1"/>
          </p:cNvSpPr>
          <p:nvPr>
            <p:ph type="body" idx="16394" hasCustomPrompt="1"/>
            <p:custDataLst>
              <p:tags r:id="rId14"/>
            </p:custDataLst>
          </p:nvPr>
        </p:nvSpPr>
        <p:spPr>
          <a:xfrm>
            <a:off x="79946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04</a:t>
            </a:r>
          </a:p>
        </p:txBody>
      </p:sp>
      <p:sp>
        <p:nvSpPr>
          <p:cNvPr id="22" name="装饰  1"/>
          <p:cNvSpPr>
            <a:spLocks noGrp="1"/>
          </p:cNvSpPr>
          <p:nvPr>
            <p:ph type="body" idx="16398" hasCustomPrompt="1"/>
            <p:custDataLst>
              <p:tags r:id="rId15"/>
            </p:custDataLst>
          </p:nvPr>
        </p:nvSpPr>
        <p:spPr>
          <a:xfrm>
            <a:off x="87757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marL="0" indent="0">
              <a:buNone/>
              <a:defRPr/>
            </a:lvl1pPr>
            <a:lvl2pPr>
              <a:buNone/>
              <a:defRPr/>
            </a:lvl2pPr>
            <a:lvl3pPr>
              <a:buNone/>
              <a:defRPr/>
            </a:lvl3pPr>
            <a:lvl4pPr>
              <a:buNone/>
              <a:defRPr/>
            </a:lvl4pPr>
            <a:lvl5pPr>
              <a:buNone/>
              <a:defRPr/>
            </a:lvl5pPr>
          </a:lstStyle>
          <a:p>
            <a:pPr lvl="0"/>
            <a:r>
              <a:rPr lang="zh-CN" altLang="en-US"/>
              <a:t> </a:t>
            </a:r>
          </a:p>
        </p:txBody>
      </p:sp>
      <p:sp>
        <p:nvSpPr>
          <p:cNvPr id="23" name="文本占位符 22"/>
          <p:cNvSpPr>
            <a:spLocks noGrp="1"/>
          </p:cNvSpPr>
          <p:nvPr>
            <p:ph type="body" idx="16393" hasCustomPrompt="1"/>
            <p:custDataLst>
              <p:tags r:id="rId16"/>
            </p:custDataLst>
          </p:nvPr>
        </p:nvSpPr>
        <p:spPr>
          <a:xfrm>
            <a:off x="90043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Tree>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9" name="灯片编号占位符 8"/>
          <p:cNvSpPr>
            <a:spLocks noGrp="1"/>
          </p:cNvSpPr>
          <p:nvPr>
            <p:ph type="sldNum" sz="quarter" idx="4"/>
            <p:custDataLst>
              <p:tags r:id="rId1"/>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12" name="页脚占位符 11"/>
          <p:cNvSpPr>
            <a:spLocks noGrp="1"/>
          </p:cNvSpPr>
          <p:nvPr>
            <p:ph type="ftr" sz="quarter" idx="3"/>
            <p:custDataLst>
              <p:tags r:id="rId2"/>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14" name="文本占位符 13"/>
          <p:cNvSpPr>
            <a:spLocks noGrp="1"/>
          </p:cNvSpPr>
          <p:nvPr>
            <p:ph type="body" idx="1"/>
            <p:custDataLst>
              <p:tags r:id="rId3"/>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5" name="标题占位符 1"/>
          <p:cNvSpPr>
            <a:spLocks noGrp="1"/>
          </p:cNvSpPr>
          <p:nvPr>
            <p:ph type="title"/>
            <p:custDataLst>
              <p:tags r:id="rId4"/>
            </p:custDataLst>
          </p:nvPr>
        </p:nvSpPr>
        <p:spPr>
          <a:xfrm>
            <a:off x="695960" y="360000"/>
            <a:ext cx="10800000" cy="720000"/>
          </a:xfrm>
          <a:prstGeom prst="rect">
            <a:avLst/>
          </a:prstGeom>
        </p:spPr>
        <p:txBody>
          <a:bodyPr vert="horz" lIns="91440" tIns="45720" rIns="91440" bIns="45720" rtlCol="0" anchor="ctr">
            <a:normAutofit/>
          </a:bodyPr>
          <a:lstStyle/>
          <a:p>
            <a:r>
              <a:rPr lang="zh-CN" altLang="en-US" dirty="0"/>
              <a:t>单击此处编辑母版标题样式</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目录">
    <p:spTree>
      <p:nvGrpSpPr>
        <p:cNvPr id="1" name=""/>
        <p:cNvGrpSpPr/>
        <p:nvPr/>
      </p:nvGrpSpPr>
      <p:grpSpPr>
        <a:xfrm>
          <a:off x="0" y="0"/>
          <a:ext cx="0" cy="0"/>
          <a:chOff x="0" y="0"/>
          <a:chExt cx="0" cy="0"/>
        </a:xfrm>
      </p:grpSpPr>
      <p:sp>
        <p:nvSpPr>
          <p:cNvPr id="5" name="矩形 1"/>
          <p:cNvSpPr/>
          <p:nvPr>
            <p:custDataLst>
              <p:tags r:id="rId1"/>
            </p:custDataLst>
          </p:nvPr>
        </p:nvSpPr>
        <p:spPr>
          <a:xfrm>
            <a:off x="0" y="0"/>
            <a:ext cx="12192000" cy="6858000"/>
          </a:xfrm>
          <a:prstGeom prst="rect">
            <a:avLst/>
          </a:prstGeom>
          <a:solidFill>
            <a:schemeClr val="bg1">
              <a:lumMod val="9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custDataLst>
              <p:tags r:id="rId2"/>
            </p:custDataLst>
          </p:nvPr>
        </p:nvSpPr>
        <p:spPr>
          <a:xfrm>
            <a:off x="0" y="0"/>
            <a:ext cx="1174115"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custDataLst>
              <p:tags r:id="rId3"/>
            </p:custDataLst>
          </p:nvPr>
        </p:nvSpPr>
        <p:spPr>
          <a:xfrm>
            <a:off x="240665" y="192405"/>
            <a:ext cx="11951335" cy="647319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custDataLst>
              <p:tags r:id="rId4"/>
            </p:custDataLst>
          </p:nvPr>
        </p:nvSpPr>
        <p:spPr>
          <a:xfrm>
            <a:off x="11925935" y="0"/>
            <a:ext cx="165100" cy="48006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custDataLst>
              <p:tags r:id="rId5"/>
            </p:custDataLst>
          </p:nvPr>
        </p:nvSpPr>
        <p:spPr>
          <a:xfrm>
            <a:off x="11277600" y="6641465"/>
            <a:ext cx="457200" cy="216535"/>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6"/>
            </p:custDataLst>
          </p:nvPr>
        </p:nvSpPr>
        <p:spPr>
          <a:xfrm flipH="1">
            <a:off x="7226970" y="1347539"/>
            <a:ext cx="3774669" cy="789270"/>
          </a:xfrm>
          <a:custGeom>
            <a:avLst/>
            <a:gdLst>
              <a:gd name="connsiteX0" fmla="*/ 0 w 7382577"/>
              <a:gd name="connsiteY0" fmla="*/ 1106905 h 2492943"/>
              <a:gd name="connsiteX1" fmla="*/ 1126156 w 7382577"/>
              <a:gd name="connsiteY1" fmla="*/ 1106905 h 2492943"/>
              <a:gd name="connsiteX2" fmla="*/ 1260909 w 7382577"/>
              <a:gd name="connsiteY2" fmla="*/ 1925053 h 2492943"/>
              <a:gd name="connsiteX3" fmla="*/ 1742172 w 7382577"/>
              <a:gd name="connsiteY3" fmla="*/ 0 h 2492943"/>
              <a:gd name="connsiteX4" fmla="*/ 2088682 w 7382577"/>
              <a:gd name="connsiteY4" fmla="*/ 2492943 h 2492943"/>
              <a:gd name="connsiteX5" fmla="*/ 2444817 w 7382577"/>
              <a:gd name="connsiteY5" fmla="*/ 1097280 h 2492943"/>
              <a:gd name="connsiteX6" fmla="*/ 7382577 w 7382577"/>
              <a:gd name="connsiteY6" fmla="*/ 1097280 h 2492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82577" h="2492943">
                <a:moveTo>
                  <a:pt x="0" y="1106905"/>
                </a:moveTo>
                <a:lnTo>
                  <a:pt x="1126156" y="1106905"/>
                </a:lnTo>
                <a:lnTo>
                  <a:pt x="1260909" y="1925053"/>
                </a:lnTo>
                <a:lnTo>
                  <a:pt x="1742172" y="0"/>
                </a:lnTo>
                <a:lnTo>
                  <a:pt x="2088682" y="2492943"/>
                </a:lnTo>
                <a:lnTo>
                  <a:pt x="2444817" y="1097280"/>
                </a:lnTo>
                <a:lnTo>
                  <a:pt x="7382577" y="1097280"/>
                </a:lnTo>
              </a:path>
            </a:pathLst>
          </a:custGeom>
          <a:no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9" name="任意多边形: 形状 18"/>
          <p:cNvSpPr/>
          <p:nvPr>
            <p:custDataLst>
              <p:tags r:id="rId7"/>
            </p:custDataLst>
          </p:nvPr>
        </p:nvSpPr>
        <p:spPr>
          <a:xfrm>
            <a:off x="1278558" y="1347539"/>
            <a:ext cx="3774669" cy="789270"/>
          </a:xfrm>
          <a:custGeom>
            <a:avLst/>
            <a:gdLst>
              <a:gd name="connsiteX0" fmla="*/ 0 w 7382577"/>
              <a:gd name="connsiteY0" fmla="*/ 1106905 h 2492943"/>
              <a:gd name="connsiteX1" fmla="*/ 1126156 w 7382577"/>
              <a:gd name="connsiteY1" fmla="*/ 1106905 h 2492943"/>
              <a:gd name="connsiteX2" fmla="*/ 1260909 w 7382577"/>
              <a:gd name="connsiteY2" fmla="*/ 1925053 h 2492943"/>
              <a:gd name="connsiteX3" fmla="*/ 1742172 w 7382577"/>
              <a:gd name="connsiteY3" fmla="*/ 0 h 2492943"/>
              <a:gd name="connsiteX4" fmla="*/ 2088682 w 7382577"/>
              <a:gd name="connsiteY4" fmla="*/ 2492943 h 2492943"/>
              <a:gd name="connsiteX5" fmla="*/ 2444817 w 7382577"/>
              <a:gd name="connsiteY5" fmla="*/ 1097280 h 2492943"/>
              <a:gd name="connsiteX6" fmla="*/ 7382577 w 7382577"/>
              <a:gd name="connsiteY6" fmla="*/ 1097280 h 2492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82577" h="2492943">
                <a:moveTo>
                  <a:pt x="0" y="1106905"/>
                </a:moveTo>
                <a:lnTo>
                  <a:pt x="1126156" y="1106905"/>
                </a:lnTo>
                <a:lnTo>
                  <a:pt x="1260909" y="1925053"/>
                </a:lnTo>
                <a:lnTo>
                  <a:pt x="1742172" y="0"/>
                </a:lnTo>
                <a:lnTo>
                  <a:pt x="2088682" y="2492943"/>
                </a:lnTo>
                <a:lnTo>
                  <a:pt x="2444817" y="1097280"/>
                </a:lnTo>
                <a:lnTo>
                  <a:pt x="7382577" y="1097280"/>
                </a:lnTo>
              </a:path>
            </a:pathLst>
          </a:custGeom>
          <a:no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6" name="标题 1"/>
          <p:cNvSpPr>
            <a:spLocks noGrp="1"/>
          </p:cNvSpPr>
          <p:nvPr userDrawn="1">
            <p:ph type="title" hasCustomPrompt="1"/>
            <p:custDataLst>
              <p:tags r:id="rId8"/>
            </p:custDataLst>
          </p:nvPr>
        </p:nvSpPr>
        <p:spPr>
          <a:xfrm>
            <a:off x="5157288" y="925880"/>
            <a:ext cx="1977755" cy="1081088"/>
          </a:xfrm>
        </p:spPr>
        <p:txBody>
          <a:bodyPr wrap="square" anchor="b">
            <a:normAutofit/>
          </a:bodyPr>
          <a:lstStyle>
            <a:lvl1pPr algn="ctr">
              <a:defRPr kumimoji="0" lang="zh-CN" altLang="en-US" sz="6000" b="0" i="0" u="none" strike="noStrike" kern="1200" cap="none" spc="0" normalizeH="0" baseline="0" noProof="1" dirty="0">
                <a:solidFill>
                  <a:schemeClr val="accent1">
                    <a:lumMod val="55303"/>
                  </a:schemeClr>
                </a:solidFill>
                <a:latin typeface="+mj-lt"/>
                <a:ea typeface="+mj-ea"/>
                <a:cs typeface="阿里巴巴普惠体 R" panose="00020600040101010101" pitchFamily="18" charset="-122"/>
              </a:defRPr>
            </a:lvl1pPr>
          </a:lstStyle>
          <a:p>
            <a:r>
              <a:rPr lang="zh-CN" altLang="en-US" dirty="0"/>
              <a:t>标题</a:t>
            </a:r>
          </a:p>
        </p:txBody>
      </p:sp>
      <p:sp>
        <p:nvSpPr>
          <p:cNvPr id="9" name="灯片编号占位符 5"/>
          <p:cNvSpPr>
            <a:spLocks noGrp="1"/>
          </p:cNvSpPr>
          <p:nvPr userDrawn="1">
            <p:ph type="sldNum" sz="quarter" idx="12"/>
            <p:custDataLst>
              <p:tags r:id="rId9"/>
            </p:custDataLst>
          </p:nvPr>
        </p:nvSpPr>
        <p:spPr/>
        <p:txBody>
          <a:bodyPr wrap="square">
            <a:normAutofit/>
          </a:bodyPr>
          <a:lstStyle/>
          <a:p>
            <a:fld id="{BE5F26B5-172A-4DC2-B0B7-181CFC56B87C}" type="slidenum">
              <a:rPr lang="zh-CN" altLang="en-US" smtClean="0"/>
              <a:t>‹#›</a:t>
            </a:fld>
            <a:endParaRPr lang="zh-CN" altLang="en-US"/>
          </a:p>
        </p:txBody>
      </p:sp>
      <p:sp>
        <p:nvSpPr>
          <p:cNvPr id="8" name="页脚占位符 4"/>
          <p:cNvSpPr>
            <a:spLocks noGrp="1"/>
          </p:cNvSpPr>
          <p:nvPr userDrawn="1">
            <p:ph type="ftr" sz="quarter" idx="11"/>
            <p:custDataLst>
              <p:tags r:id="rId10"/>
            </p:custDataLst>
          </p:nvPr>
        </p:nvSpPr>
        <p:spPr/>
        <p:txBody>
          <a:bodyPr/>
          <a:lstStyle/>
          <a:p>
            <a:endParaRPr lang="zh-CN" altLang="en-US"/>
          </a:p>
        </p:txBody>
      </p:sp>
      <p:sp>
        <p:nvSpPr>
          <p:cNvPr id="7" name="日期占位符 3"/>
          <p:cNvSpPr>
            <a:spLocks noGrp="1"/>
          </p:cNvSpPr>
          <p:nvPr userDrawn="1">
            <p:ph type="dt" sz="half" idx="10"/>
            <p:custDataLst>
              <p:tags r:id="rId11"/>
            </p:custDataLst>
          </p:nvPr>
        </p:nvSpPr>
        <p:spPr/>
        <p:txBody>
          <a:bodyPr wrap="square">
            <a:normAutofit/>
          </a:bodyPr>
          <a:lstStyle/>
          <a:p>
            <a:fld id="{5592522B-0F24-4480-B9DD-A9474A6880D6}" type="datetimeFigureOut">
              <a:rPr lang="zh-CN" altLang="en-US" smtClean="0"/>
              <a:t>2026/3/3</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内容占位符 2"/>
          <p:cNvSpPr>
            <a:spLocks noGrp="1"/>
          </p:cNvSpPr>
          <p:nvPr>
            <p:ph sz="half" idx="1"/>
            <p:custDataLst>
              <p:tags r:id="rId1"/>
            </p:custDataLst>
          </p:nvPr>
        </p:nvSpPr>
        <p:spPr>
          <a:xfrm>
            <a:off x="695960" y="1301750"/>
            <a:ext cx="5323840" cy="4875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2"/>
            </p:custDataLst>
          </p:nvPr>
        </p:nvSpPr>
        <p:spPr>
          <a:xfrm>
            <a:off x="6172200" y="1301750"/>
            <a:ext cx="5323840" cy="4875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custDataLst>
              <p:tags r:id="rId3"/>
            </p:custDataLst>
          </p:nvPr>
        </p:nvSpPr>
        <p:spPr/>
        <p:txBody>
          <a:bodyPr/>
          <a:lstStyle/>
          <a:p>
            <a:fld id="{760FBDFE-C587-4B4C-A407-44438C67B59E}" type="datetimeFigureOut">
              <a:rPr lang="zh-CN" altLang="en-US" smtClean="0"/>
              <a:t>2026/3/3</a:t>
            </a:fld>
            <a:endParaRPr lang="zh-CN" altLang="en-US"/>
          </a:p>
        </p:txBody>
      </p:sp>
      <p:sp>
        <p:nvSpPr>
          <p:cNvPr id="6" name="页脚占位符 5"/>
          <p:cNvSpPr>
            <a:spLocks noGrp="1"/>
          </p:cNvSpPr>
          <p:nvPr>
            <p:ph type="ftr" sz="quarter" idx="11"/>
            <p:custDataLst>
              <p:tags r:id="rId4"/>
            </p:custDataLst>
          </p:nvPr>
        </p:nvSpPr>
        <p:spPr/>
        <p:txBody>
          <a:bodyPr/>
          <a:lstStyle/>
          <a:p>
            <a:endParaRPr lang="zh-CN" altLang="en-US"/>
          </a:p>
        </p:txBody>
      </p:sp>
      <p:sp>
        <p:nvSpPr>
          <p:cNvPr id="7" name="灯片编号占位符 6"/>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
        <p:nvSpPr>
          <p:cNvPr id="8" name="标题 1"/>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1"/>
            </p:custDataLst>
          </p:nvPr>
        </p:nvSpPr>
        <p:spPr>
          <a:xfrm>
            <a:off x="695960" y="1301750"/>
            <a:ext cx="5323840" cy="411303"/>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custDataLst>
              <p:tags r:id="rId2"/>
            </p:custDataLst>
          </p:nvPr>
        </p:nvSpPr>
        <p:spPr>
          <a:xfrm>
            <a:off x="695960" y="1875099"/>
            <a:ext cx="5323840" cy="430027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custDataLst>
              <p:tags r:id="rId3"/>
            </p:custDataLst>
          </p:nvPr>
        </p:nvSpPr>
        <p:spPr>
          <a:xfrm>
            <a:off x="6172200" y="1301750"/>
            <a:ext cx="5323840" cy="411303"/>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custDataLst>
              <p:tags r:id="rId4"/>
            </p:custDataLst>
          </p:nvPr>
        </p:nvSpPr>
        <p:spPr>
          <a:xfrm>
            <a:off x="6172200" y="1875099"/>
            <a:ext cx="5323840" cy="430027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5"/>
            </p:custDataLst>
          </p:nvPr>
        </p:nvSpPr>
        <p:spPr/>
        <p:txBody>
          <a:bodyPr/>
          <a:lstStyle/>
          <a:p>
            <a:fld id="{760FBDFE-C587-4B4C-A407-44438C67B59E}" type="datetimeFigureOut">
              <a:rPr lang="zh-CN" altLang="en-US" smtClean="0"/>
              <a:t>2026/3/3</a:t>
            </a:fld>
            <a:endParaRPr lang="zh-CN" altLang="en-US"/>
          </a:p>
        </p:txBody>
      </p:sp>
      <p:sp>
        <p:nvSpPr>
          <p:cNvPr id="8" name="页脚占位符 7"/>
          <p:cNvSpPr>
            <a:spLocks noGrp="1"/>
          </p:cNvSpPr>
          <p:nvPr>
            <p:ph type="ftr" sz="quarter" idx="11"/>
            <p:custDataLst>
              <p:tags r:id="rId6"/>
            </p:custDataLst>
          </p:nvPr>
        </p:nvSpPr>
        <p:spPr/>
        <p:txBody>
          <a:bodyPr/>
          <a:lstStyle/>
          <a:p>
            <a:endParaRPr lang="zh-CN" altLang="en-US"/>
          </a:p>
        </p:txBody>
      </p:sp>
      <p:sp>
        <p:nvSpPr>
          <p:cNvPr id="9" name="灯片编号占位符 8"/>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a:p>
        </p:txBody>
      </p:sp>
      <p:sp>
        <p:nvSpPr>
          <p:cNvPr id="10" name="标题 1"/>
          <p:cNvSpPr>
            <a:spLocks noGrp="1"/>
          </p:cNvSpPr>
          <p:nvPr>
            <p:ph type="title"/>
            <p:custDataLst>
              <p:tags r:id="rId8"/>
            </p:custDataLst>
          </p:nvPr>
        </p:nvSpPr>
        <p:spPr/>
        <p:txBody>
          <a:bodyPr/>
          <a:lstStyle/>
          <a:p>
            <a:r>
              <a:rPr lang="zh-CN" altLang="en-US"/>
              <a:t>单击此处编辑母版标题样式</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2026/3/3</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6" name="标题 1"/>
          <p:cNvSpPr>
            <a:spLocks noGrp="1"/>
          </p:cNvSpPr>
          <p:nvPr>
            <p:ph type="title"/>
            <p:custDataLst>
              <p:tags r:id="rId4"/>
            </p:custDataLst>
          </p:nvPr>
        </p:nvSpPr>
        <p:spPr/>
        <p:txBody>
          <a:bodyPr/>
          <a:lstStyle/>
          <a:p>
            <a:r>
              <a:rPr lang="zh-CN" altLang="en-US"/>
              <a:t>单击此处编辑母版标题样式</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2026/3/3</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仅内容">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695960" y="360045"/>
            <a:ext cx="10801985" cy="581787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2"/>
            </p:custDataLst>
          </p:nvPr>
        </p:nvSpPr>
        <p:spPr/>
        <p:txBody>
          <a:bodyPr/>
          <a:lstStyle/>
          <a:p>
            <a:fld id="{760FBDFE-C587-4B4C-A407-44438C67B59E}" type="datetimeFigureOut">
              <a:rPr lang="zh-CN" altLang="en-US" smtClean="0"/>
              <a:t>2026/3/3</a:t>
            </a:fld>
            <a:endParaRPr lang="zh-CN" altLang="en-US"/>
          </a:p>
        </p:txBody>
      </p:sp>
      <p:sp>
        <p:nvSpPr>
          <p:cNvPr id="5" name="页脚占位符 4"/>
          <p:cNvSpPr>
            <a:spLocks noGrp="1"/>
          </p:cNvSpPr>
          <p:nvPr>
            <p:ph type="ftr" sz="quarter" idx="11"/>
            <p:custDataLst>
              <p:tags r:id="rId3"/>
            </p:custDataLst>
          </p:nvPr>
        </p:nvSpPr>
        <p:spPr/>
        <p:txBody>
          <a:bodyPr/>
          <a:lstStyle/>
          <a:p>
            <a:endParaRPr lang="zh-CN" altLang="en-US"/>
          </a:p>
        </p:txBody>
      </p:sp>
      <p:sp>
        <p:nvSpPr>
          <p:cNvPr id="6" name="灯片编号占位符 5"/>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标题和副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2026/3/3</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6" name="Text Placeholder 5"/>
          <p:cNvSpPr>
            <a:spLocks noGrp="1"/>
          </p:cNvSpPr>
          <p:nvPr>
            <p:ph type="body" idx="13" hasCustomPrompt="1"/>
            <p:custDataLst>
              <p:tags r:id="rId4"/>
            </p:custDataLst>
          </p:nvPr>
        </p:nvSpPr>
        <p:spPr>
          <a:xfrm>
            <a:off x="695960" y="1301750"/>
            <a:ext cx="10799088" cy="405553"/>
          </a:xfrm>
        </p:spPr>
        <p:txBody>
          <a:bodyPr/>
          <a:lstStyle>
            <a:lvl5pPr>
              <a:buNone/>
              <a:defRPr/>
            </a:lvl5pPr>
          </a:lstStyle>
          <a:p>
            <a:pPr lvl="0"/>
            <a:r>
              <a:rPr lang="zh-CN" altLang="en-US"/>
              <a:t>单击此处编辑副标题</a:t>
            </a:r>
          </a:p>
        </p:txBody>
      </p:sp>
      <p:sp>
        <p:nvSpPr>
          <p:cNvPr id="7" name="标题 1"/>
          <p:cNvSpPr>
            <a:spLocks noGrp="1"/>
          </p:cNvSpPr>
          <p:nvPr>
            <p:ph type="title"/>
            <p:custDataLst>
              <p:tags r:id="rId5"/>
            </p:custDataLst>
          </p:nvPr>
        </p:nvSpPr>
        <p:spPr/>
        <p:txBody>
          <a:bodyPr/>
          <a:lstStyle/>
          <a:p>
            <a:r>
              <a:rPr lang="zh-CN" altLang="en-US"/>
              <a:t>单击此处编辑母版标题样式</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封面页_1_4">
    <p:spTree>
      <p:nvGrpSpPr>
        <p:cNvPr id="1" name=""/>
        <p:cNvGrpSpPr/>
        <p:nvPr/>
      </p:nvGrpSpPr>
      <p:grpSpPr>
        <a:xfrm>
          <a:off x="0" y="0"/>
          <a:ext cx="0" cy="0"/>
          <a:chOff x="0" y="0"/>
          <a:chExt cx="0" cy="0"/>
        </a:xfrm>
      </p:grpSpPr>
      <p:sp>
        <p:nvSpPr>
          <p:cNvPr id="7" name="矩形 4"/>
          <p:cNvSpPr/>
          <p:nvPr userDrawn="1">
            <p:custDataLst>
              <p:tags r:id="rId1"/>
            </p:custData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37" descr="资源 31"/>
          <p:cNvPicPr>
            <a:picLocks noChangeAspect="1"/>
          </p:cNvPicPr>
          <p:nvPr userDrawn="1">
            <p:custDataLst>
              <p:tags r:id="rId2"/>
            </p:custDataLst>
          </p:nvPr>
        </p:nvPicPr>
        <p:blipFill>
          <a:blip r:embed="rId17">
            <a:extLst>
              <a:ext uri="{96DAC541-7B7A-43D3-8B79-37D633B846F1}">
                <asvg:svgBlip xmlns:asvg="http://schemas.microsoft.com/office/drawing/2016/SVG/main" r:embed="rId18"/>
              </a:ext>
            </a:extLst>
          </a:blip>
          <a:stretch>
            <a:fillRect/>
          </a:stretch>
        </p:blipFill>
        <p:spPr>
          <a:xfrm flipV="1">
            <a:off x="6517473" y="5669280"/>
            <a:ext cx="1358147" cy="1188720"/>
          </a:xfrm>
          <a:prstGeom prst="rect">
            <a:avLst/>
          </a:prstGeom>
        </p:spPr>
      </p:pic>
      <p:sp>
        <p:nvSpPr>
          <p:cNvPr id="8" name="矩形 5"/>
          <p:cNvSpPr/>
          <p:nvPr userDrawn="1">
            <p:custDataLst>
              <p:tags r:id="rId3"/>
            </p:custDataLst>
          </p:nvPr>
        </p:nvSpPr>
        <p:spPr>
          <a:xfrm>
            <a:off x="0" y="0"/>
            <a:ext cx="39624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6"/>
          <p:cNvSpPr/>
          <p:nvPr userDrawn="1">
            <p:custDataLst>
              <p:tags r:id="rId4"/>
            </p:custDataLst>
          </p:nvPr>
        </p:nvSpPr>
        <p:spPr>
          <a:xfrm>
            <a:off x="1447800" y="1181100"/>
            <a:ext cx="10744200" cy="44958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10" name="矩形 7"/>
          <p:cNvSpPr/>
          <p:nvPr userDrawn="1">
            <p:custDataLst>
              <p:tags r:id="rId5"/>
            </p:custDataLst>
          </p:nvPr>
        </p:nvSpPr>
        <p:spPr>
          <a:xfrm>
            <a:off x="11277600" y="0"/>
            <a:ext cx="457200" cy="48006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7" descr="资源 1"/>
          <p:cNvPicPr>
            <a:picLocks noChangeAspect="1"/>
          </p:cNvPicPr>
          <p:nvPr userDrawn="1">
            <p:custDataLst>
              <p:tags r:id="rId6"/>
            </p:custDataLst>
          </p:nvPr>
        </p:nvPicPr>
        <p:blipFill>
          <a:blip r:embed="rId19">
            <a:extLst>
              <a:ext uri="{96DAC541-7B7A-43D3-8B79-37D633B846F1}">
                <asvg:svgBlip xmlns:asvg="http://schemas.microsoft.com/office/drawing/2016/SVG/main" r:embed="rId20"/>
              </a:ext>
            </a:extLst>
          </a:blip>
          <a:stretch>
            <a:fillRect/>
          </a:stretch>
        </p:blipFill>
        <p:spPr>
          <a:xfrm>
            <a:off x="286385" y="298450"/>
            <a:ext cx="907148" cy="907148"/>
          </a:xfrm>
          <a:prstGeom prst="rect">
            <a:avLst/>
          </a:prstGeom>
        </p:spPr>
      </p:pic>
      <p:pic>
        <p:nvPicPr>
          <p:cNvPr id="22" name="图片 29" descr="资源 23"/>
          <p:cNvPicPr>
            <a:picLocks noChangeAspect="1"/>
          </p:cNvPicPr>
          <p:nvPr userDrawn="1">
            <p:custDataLst>
              <p:tags r:id="rId7"/>
            </p:custDataLst>
          </p:nvPr>
        </p:nvPicPr>
        <p:blipFill>
          <a:blip r:embed="rId21">
            <a:extLst>
              <a:ext uri="{96DAC541-7B7A-43D3-8B79-37D633B846F1}">
                <asvg:svgBlip xmlns:asvg="http://schemas.microsoft.com/office/drawing/2016/SVG/main" r:embed="rId22"/>
              </a:ext>
            </a:extLst>
          </a:blip>
          <a:stretch>
            <a:fillRect/>
          </a:stretch>
        </p:blipFill>
        <p:spPr>
          <a:xfrm flipV="1">
            <a:off x="462680" y="6422357"/>
            <a:ext cx="990734" cy="96041"/>
          </a:xfrm>
          <a:prstGeom prst="rect">
            <a:avLst/>
          </a:prstGeom>
        </p:spPr>
      </p:pic>
      <p:pic>
        <p:nvPicPr>
          <p:cNvPr id="23" name="图片 29" descr="资源 23"/>
          <p:cNvPicPr>
            <a:picLocks noChangeAspect="1"/>
          </p:cNvPicPr>
          <p:nvPr userDrawn="1">
            <p:custDataLst>
              <p:tags r:id="rId8"/>
            </p:custDataLst>
          </p:nvPr>
        </p:nvPicPr>
        <p:blipFill>
          <a:blip r:embed="rId21">
            <a:extLst>
              <a:ext uri="{96DAC541-7B7A-43D3-8B79-37D633B846F1}">
                <asvg:svgBlip xmlns:asvg="http://schemas.microsoft.com/office/drawing/2016/SVG/main" r:embed="rId22"/>
              </a:ext>
            </a:extLst>
          </a:blip>
          <a:stretch>
            <a:fillRect/>
          </a:stretch>
        </p:blipFill>
        <p:spPr>
          <a:xfrm flipV="1">
            <a:off x="462680" y="6181725"/>
            <a:ext cx="990734" cy="96041"/>
          </a:xfrm>
          <a:prstGeom prst="rect">
            <a:avLst/>
          </a:prstGeom>
        </p:spPr>
      </p:pic>
      <p:sp>
        <p:nvSpPr>
          <p:cNvPr id="25" name="矩形 24"/>
          <p:cNvSpPr/>
          <p:nvPr userDrawn="1">
            <p:custDataLst>
              <p:tags r:id="rId9"/>
            </p:custDataLst>
          </p:nvPr>
        </p:nvSpPr>
        <p:spPr>
          <a:xfrm>
            <a:off x="11277600" y="6641432"/>
            <a:ext cx="457200" cy="21656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9" descr="资源 3"/>
          <p:cNvPicPr>
            <a:picLocks noChangeAspect="1"/>
          </p:cNvPicPr>
          <p:nvPr userDrawn="1">
            <p:custDataLst>
              <p:tags r:id="rId10"/>
            </p:custDataLst>
          </p:nvPr>
        </p:nvPicPr>
        <p:blipFill>
          <a:blip r:embed="rId23">
            <a:extLst>
              <a:ext uri="{96DAC541-7B7A-43D3-8B79-37D633B846F1}">
                <asvg:svgBlip xmlns:asvg="http://schemas.microsoft.com/office/drawing/2016/SVG/main" r:embed="rId24"/>
              </a:ext>
            </a:extLst>
          </a:blip>
          <a:stretch>
            <a:fillRect/>
          </a:stretch>
        </p:blipFill>
        <p:spPr>
          <a:xfrm>
            <a:off x="6800716" y="0"/>
            <a:ext cx="1486636" cy="1183907"/>
          </a:xfrm>
          <a:prstGeom prst="rect">
            <a:avLst/>
          </a:prstGeom>
        </p:spPr>
      </p:pic>
      <p:sp>
        <p:nvSpPr>
          <p:cNvPr id="17" name="日期占位符 16"/>
          <p:cNvSpPr>
            <a:spLocks noGrp="1"/>
          </p:cNvSpPr>
          <p:nvPr>
            <p:ph type="dt" sz="half" idx="16385"/>
            <p:custDataLst>
              <p:tags r:id="rId11"/>
            </p:custDataLst>
          </p:nvPr>
        </p:nvSpPr>
        <p:spPr/>
        <p:txBody>
          <a:bodyPr wrap="square">
            <a:normAutofit/>
          </a:bodyPr>
          <a:lstStyle/>
          <a:p>
            <a:fld id="{5592522B-0F24-4480-B9DD-A9474A6880D6}" type="datetimeFigureOut">
              <a:rPr lang="zh-CN" altLang="en-US" smtClean="0"/>
              <a:t>2026/3/3</a:t>
            </a:fld>
            <a:endParaRPr lang="zh-CN" altLang="en-US"/>
          </a:p>
        </p:txBody>
      </p:sp>
      <p:sp>
        <p:nvSpPr>
          <p:cNvPr id="21" name="页脚占位符 20"/>
          <p:cNvSpPr>
            <a:spLocks noGrp="1"/>
          </p:cNvSpPr>
          <p:nvPr>
            <p:ph type="ftr" sz="quarter" idx="16386"/>
            <p:custDataLst>
              <p:tags r:id="rId12"/>
            </p:custDataLst>
          </p:nvPr>
        </p:nvSpPr>
        <p:spPr/>
        <p:txBody>
          <a:bodyPr>
            <a:normAutofit/>
          </a:bodyPr>
          <a:lstStyle/>
          <a:p>
            <a:endParaRPr lang="zh-CN" altLang="en-US" dirty="0"/>
          </a:p>
        </p:txBody>
      </p:sp>
      <p:sp>
        <p:nvSpPr>
          <p:cNvPr id="15" name="日期"/>
          <p:cNvSpPr>
            <a:spLocks noGrp="1"/>
          </p:cNvSpPr>
          <p:nvPr>
            <p:ph type="body" idx="16388" hasCustomPrompt="1"/>
            <p:custDataLst>
              <p:tags r:id="rId13"/>
            </p:custDataLst>
          </p:nvPr>
        </p:nvSpPr>
        <p:spPr>
          <a:xfrm>
            <a:off x="2145771" y="1981200"/>
            <a:ext cx="7875058" cy="457200"/>
          </a:xfrm>
        </p:spPr>
        <p:txBody>
          <a:bodyPr vert="horz" wrap="square" lIns="0" tIns="0" rIns="0" bIns="0" anchor="t">
            <a:normAutofit/>
          </a:bodyPr>
          <a:lstStyle>
            <a:lvl1pPr marL="0" indent="0" algn="ctr">
              <a:lnSpc>
                <a:spcPct val="125000"/>
              </a:lnSpc>
              <a:spcBef>
                <a:spcPct val="0"/>
              </a:spcBef>
              <a:spcAft>
                <a:spcPct val="0"/>
              </a:spcAft>
              <a:buNone/>
              <a:defRPr sz="2400" spc="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20XX YEAR</a:t>
            </a:r>
          </a:p>
        </p:txBody>
      </p:sp>
      <p:sp>
        <p:nvSpPr>
          <p:cNvPr id="14" name="标题 13"/>
          <p:cNvSpPr>
            <a:spLocks noGrp="1"/>
          </p:cNvSpPr>
          <p:nvPr>
            <p:ph type="ctrTitle" idx="16387" hasCustomPrompt="1"/>
            <p:custDataLst>
              <p:tags r:id="rId14"/>
            </p:custDataLst>
          </p:nvPr>
        </p:nvSpPr>
        <p:spPr>
          <a:xfrm>
            <a:off x="1903677" y="2489200"/>
            <a:ext cx="8384646" cy="1879600"/>
          </a:xfrm>
        </p:spPr>
        <p:txBody>
          <a:bodyPr vert="horz" wrap="square" lIns="0" tIns="0" rIns="0" bIns="0" anchor="t" anchorCtr="0">
            <a:normAutofit/>
          </a:bodyPr>
          <a:lstStyle>
            <a:lvl1pPr marL="0" indent="0" algn="ctr">
              <a:lnSpc>
                <a:spcPct val="100000"/>
              </a:lnSpc>
              <a:spcBef>
                <a:spcPct val="0"/>
              </a:spcBef>
              <a:spcAft>
                <a:spcPct val="0"/>
              </a:spcAft>
              <a:buNone/>
              <a:defRPr sz="6000" spc="0">
                <a:solidFill>
                  <a:schemeClr val="accent1">
                    <a:lumMod val="50000"/>
                  </a:schemeClr>
                </a:solidFill>
              </a:defRPr>
            </a:lvl1pPr>
          </a:lstStyle>
          <a:p>
            <a:r>
              <a:rPr lang="zh-CN" altLang="en-US" dirty="0"/>
              <a:t>单击此处添加文档标题</a:t>
            </a:r>
          </a:p>
        </p:txBody>
      </p:sp>
      <p:sp>
        <p:nvSpPr>
          <p:cNvPr id="24" name="署名占位符 10"/>
          <p:cNvSpPr>
            <a:spLocks noGrp="1"/>
          </p:cNvSpPr>
          <p:nvPr>
            <p:ph type="body" sz="quarter" idx="16389" hasCustomPrompt="1"/>
            <p:custDataLst>
              <p:tags r:id="rId15"/>
            </p:custDataLst>
          </p:nvPr>
        </p:nvSpPr>
        <p:spPr>
          <a:xfrm>
            <a:off x="4812859" y="4419600"/>
            <a:ext cx="2540882" cy="533400"/>
          </a:xfrm>
          <a:prstGeom prst="roundRect">
            <a:avLst>
              <a:gd name="adj" fmla="val 50000"/>
            </a:avLst>
          </a:prstGeom>
          <a:solidFill>
            <a:schemeClr val="accent1">
              <a:lumMod val="75000"/>
            </a:schemeClr>
          </a:solidFill>
        </p:spPr>
        <p:txBody>
          <a:bodyPr vert="horz" wrap="square" lIns="0" tIns="0" rIns="0" bIns="0" anchor="ctr" anchorCtr="0">
            <a:normAutofit/>
          </a:bodyPr>
          <a:lstStyle>
            <a:lvl1pPr marL="0" indent="0" algn="ctr">
              <a:lnSpc>
                <a:spcPct val="100000"/>
              </a:lnSpc>
              <a:spcBef>
                <a:spcPct val="0"/>
              </a:spcBef>
              <a:spcAft>
                <a:spcPct val="0"/>
              </a:spcAft>
              <a:buNone/>
              <a:defRPr sz="2000" b="1" spc="0">
                <a:solidFill>
                  <a:srgbClr val="FFFFFF"/>
                </a:solidFill>
              </a:defRPr>
            </a:lvl1pPr>
          </a:lstStyle>
          <a:p>
            <a:pPr lvl="0"/>
            <a:r>
              <a:rPr lang="zh-CN" altLang="en-US" dirty="0"/>
              <a:t>BY WPS</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章节页_1_4">
    <p:spTree>
      <p:nvGrpSpPr>
        <p:cNvPr id="1" name=""/>
        <p:cNvGrpSpPr/>
        <p:nvPr/>
      </p:nvGrpSpPr>
      <p:grpSpPr>
        <a:xfrm>
          <a:off x="0" y="0"/>
          <a:ext cx="0" cy="0"/>
          <a:chOff x="0" y="0"/>
          <a:chExt cx="0" cy="0"/>
        </a:xfrm>
      </p:grpSpPr>
      <p:sp>
        <p:nvSpPr>
          <p:cNvPr id="6" name="矩形 4"/>
          <p:cNvSpPr/>
          <p:nvPr userDrawn="1">
            <p:custDataLst>
              <p:tags r:id="rId1"/>
            </p:custData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1"/>
          <p:cNvSpPr/>
          <p:nvPr userDrawn="1">
            <p:custDataLst>
              <p:tags r:id="rId2"/>
            </p:custDataLst>
          </p:nvPr>
        </p:nvSpPr>
        <p:spPr>
          <a:xfrm>
            <a:off x="0" y="0"/>
            <a:ext cx="1174282"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2"/>
          <p:cNvSpPr/>
          <p:nvPr userDrawn="1">
            <p:custDataLst>
              <p:tags r:id="rId3"/>
            </p:custDataLst>
          </p:nvPr>
        </p:nvSpPr>
        <p:spPr>
          <a:xfrm>
            <a:off x="789272" y="1181100"/>
            <a:ext cx="11402728" cy="44958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custDataLst>
              <p:tags r:id="rId4"/>
            </p:custDataLst>
          </p:nvPr>
        </p:nvSpPr>
        <p:spPr>
          <a:xfrm>
            <a:off x="11277600" y="0"/>
            <a:ext cx="457200" cy="48006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custDataLst>
              <p:tags r:id="rId5"/>
            </p:custDataLst>
          </p:nvPr>
        </p:nvSpPr>
        <p:spPr>
          <a:xfrm>
            <a:off x="11277600" y="6641432"/>
            <a:ext cx="457200" cy="21656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37" descr="资源 31"/>
          <p:cNvPicPr>
            <a:picLocks noChangeAspect="1"/>
          </p:cNvPicPr>
          <p:nvPr userDrawn="1">
            <p:custDataLst>
              <p:tags r:id="rId6"/>
            </p:custDataLst>
          </p:nvPr>
        </p:nvPicPr>
        <p:blipFill>
          <a:blip r:embed="rId14">
            <a:extLst>
              <a:ext uri="{96DAC541-7B7A-43D3-8B79-37D633B846F1}">
                <asvg:svgBlip xmlns:asvg="http://schemas.microsoft.com/office/drawing/2016/SVG/main" r:embed="rId15"/>
              </a:ext>
            </a:extLst>
          </a:blip>
          <a:stretch>
            <a:fillRect/>
          </a:stretch>
        </p:blipFill>
        <p:spPr>
          <a:xfrm flipV="1">
            <a:off x="6517473" y="5669280"/>
            <a:ext cx="1358147" cy="1188720"/>
          </a:xfrm>
          <a:prstGeom prst="rect">
            <a:avLst/>
          </a:prstGeom>
        </p:spPr>
      </p:pic>
      <p:pic>
        <p:nvPicPr>
          <p:cNvPr id="23" name="图片 9" descr="资源 3"/>
          <p:cNvPicPr>
            <a:picLocks noChangeAspect="1"/>
          </p:cNvPicPr>
          <p:nvPr userDrawn="1">
            <p:custDataLst>
              <p:tags r:id="rId7"/>
            </p:custDataLst>
          </p:nvPr>
        </p:nvPicPr>
        <p:blipFill>
          <a:blip r:embed="rId16">
            <a:extLst>
              <a:ext uri="{96DAC541-7B7A-43D3-8B79-37D633B846F1}">
                <asvg:svgBlip xmlns:asvg="http://schemas.microsoft.com/office/drawing/2016/SVG/main" r:embed="rId17"/>
              </a:ext>
            </a:extLst>
          </a:blip>
          <a:stretch>
            <a:fillRect/>
          </a:stretch>
        </p:blipFill>
        <p:spPr>
          <a:xfrm>
            <a:off x="6800716" y="0"/>
            <a:ext cx="1486636" cy="1183907"/>
          </a:xfrm>
          <a:prstGeom prst="rect">
            <a:avLst/>
          </a:prstGeom>
        </p:spPr>
      </p:pic>
      <p:sp>
        <p:nvSpPr>
          <p:cNvPr id="10" name="日期占位符 5"/>
          <p:cNvSpPr>
            <a:spLocks noGrp="1"/>
          </p:cNvSpPr>
          <p:nvPr>
            <p:ph type="dt" sz="half" idx="16385"/>
            <p:custDataLst>
              <p:tags r:id="rId8"/>
            </p:custDataLst>
          </p:nvPr>
        </p:nvSpPr>
        <p:spPr/>
        <p:txBody>
          <a:bodyPr/>
          <a:lstStyle/>
          <a:p>
            <a:fld id="{760FBDFE-C587-4B4C-A407-44438C67B59E}" type="datetimeFigureOut">
              <a:rPr lang="zh-CN" altLang="en-US" smtClean="0"/>
              <a:t>2026/3/3</a:t>
            </a:fld>
            <a:endParaRPr lang="zh-CN" altLang="en-US"/>
          </a:p>
        </p:txBody>
      </p:sp>
      <p:sp>
        <p:nvSpPr>
          <p:cNvPr id="12" name="页脚占位符 11"/>
          <p:cNvSpPr>
            <a:spLocks noGrp="1"/>
          </p:cNvSpPr>
          <p:nvPr>
            <p:ph type="ftr" sz="quarter" idx="16386"/>
            <p:custDataLst>
              <p:tags r:id="rId9"/>
            </p:custDataLst>
          </p:nvPr>
        </p:nvSpPr>
        <p:spPr/>
        <p:txBody>
          <a:bodyPr/>
          <a:lstStyle/>
          <a:p>
            <a:endParaRPr lang="zh-CN" altLang="en-US"/>
          </a:p>
        </p:txBody>
      </p:sp>
      <p:sp>
        <p:nvSpPr>
          <p:cNvPr id="13" name="灯片编号占位符 12"/>
          <p:cNvSpPr>
            <a:spLocks noGrp="1"/>
          </p:cNvSpPr>
          <p:nvPr>
            <p:ph type="sldNum" sz="quarter" idx="16387"/>
            <p:custDataLst>
              <p:tags r:id="rId10"/>
            </p:custDataLst>
          </p:nvPr>
        </p:nvSpPr>
        <p:spPr/>
        <p:txBody>
          <a:bodyPr/>
          <a:lstStyle/>
          <a:p>
            <a:fld id="{49AE70B2-8BF9-45C0-BB95-33D1B9D3A854}" type="slidenum">
              <a:rPr lang="zh-CN" altLang="en-US" smtClean="0"/>
              <a:t>‹#›</a:t>
            </a:fld>
            <a:endParaRPr lang="zh-CN" altLang="en-US"/>
          </a:p>
        </p:txBody>
      </p:sp>
      <p:sp>
        <p:nvSpPr>
          <p:cNvPr id="9" name="标题 3"/>
          <p:cNvSpPr>
            <a:spLocks noGrp="1"/>
          </p:cNvSpPr>
          <p:nvPr>
            <p:ph type="title" idx="16388" hasCustomPrompt="1"/>
            <p:custDataLst>
              <p:tags r:id="rId11"/>
            </p:custDataLst>
          </p:nvPr>
        </p:nvSpPr>
        <p:spPr>
          <a:xfrm>
            <a:off x="1903942" y="3530600"/>
            <a:ext cx="8384117" cy="1524000"/>
          </a:xfrm>
        </p:spPr>
        <p:txBody>
          <a:bodyPr vert="horz" lIns="0" tIns="0" rIns="0" bIns="0" anchor="t" anchorCtr="0">
            <a:normAutofit/>
          </a:bodyPr>
          <a:lstStyle>
            <a:lvl1pPr marL="0" indent="0" algn="ctr">
              <a:lnSpc>
                <a:spcPct val="100000"/>
              </a:lnSpc>
              <a:spcBef>
                <a:spcPct val="0"/>
              </a:spcBef>
              <a:spcAft>
                <a:spcPct val="0"/>
              </a:spcAft>
              <a:buNone/>
              <a:defRPr sz="4800" b="0" spc="0">
                <a:solidFill>
                  <a:schemeClr val="accent1">
                    <a:lumMod val="50000"/>
                  </a:schemeClr>
                </a:solidFill>
              </a:defRPr>
            </a:lvl1pPr>
          </a:lstStyle>
          <a:p>
            <a:r>
              <a:rPr lang="zh-CN" altLang="en-US" dirty="0"/>
              <a:t>单击此处添加章节标题</a:t>
            </a:r>
          </a:p>
        </p:txBody>
      </p:sp>
      <p:sp>
        <p:nvSpPr>
          <p:cNvPr id="14" name="文本占位符 13"/>
          <p:cNvSpPr>
            <a:spLocks noGrp="1"/>
          </p:cNvSpPr>
          <p:nvPr>
            <p:ph type="body" idx="16389" hasCustomPrompt="1"/>
            <p:custDataLst>
              <p:tags r:id="rId12"/>
            </p:custDataLst>
          </p:nvPr>
        </p:nvSpPr>
        <p:spPr>
          <a:xfrm>
            <a:off x="5332413" y="1905000"/>
            <a:ext cx="1527175" cy="1524000"/>
          </a:xfrm>
        </p:spPr>
        <p:txBody>
          <a:bodyPr vert="horz" lIns="0" tIns="0" rIns="0" bIns="0" anchor="ctr" anchorCtr="0">
            <a:normAutofit/>
          </a:bodyPr>
          <a:lstStyle>
            <a:lvl1pPr marL="0" indent="0" algn="ctr">
              <a:lnSpc>
                <a:spcPct val="109000"/>
              </a:lnSpc>
              <a:spcBef>
                <a:spcPct val="0"/>
              </a:spcBef>
              <a:spcAft>
                <a:spcPct val="0"/>
              </a:spcAft>
              <a:buNone/>
              <a:defRPr sz="7200" b="1" spc="0">
                <a:solidFill>
                  <a:schemeClr val="accent1">
                    <a:lumMod val="75000"/>
                  </a:schemeClr>
                </a:solidFill>
              </a:defRPr>
            </a:lvl1pPr>
          </a:lstStyle>
          <a:p>
            <a:pPr lvl="0"/>
            <a:r>
              <a:rPr lang="zh-CN" altLang="en-US"/>
              <a:t>01</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结束页_1_4">
    <p:spTree>
      <p:nvGrpSpPr>
        <p:cNvPr id="1" name=""/>
        <p:cNvGrpSpPr/>
        <p:nvPr/>
      </p:nvGrpSpPr>
      <p:grpSpPr>
        <a:xfrm>
          <a:off x="0" y="0"/>
          <a:ext cx="0" cy="0"/>
          <a:chOff x="0" y="0"/>
          <a:chExt cx="0" cy="0"/>
        </a:xfrm>
      </p:grpSpPr>
      <p:sp>
        <p:nvSpPr>
          <p:cNvPr id="6" name="矩形 4"/>
          <p:cNvSpPr/>
          <p:nvPr userDrawn="1">
            <p:custDataLst>
              <p:tags r:id="rId1"/>
            </p:custData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37" descr="资源 31"/>
          <p:cNvPicPr>
            <a:picLocks noChangeAspect="1"/>
          </p:cNvPicPr>
          <p:nvPr userDrawn="1">
            <p:custDataLst>
              <p:tags r:id="rId2"/>
            </p:custDataLst>
          </p:nvPr>
        </p:nvPicPr>
        <p:blipFill>
          <a:blip r:embed="rId17">
            <a:extLst>
              <a:ext uri="{96DAC541-7B7A-43D3-8B79-37D633B846F1}">
                <asvg:svgBlip xmlns:asvg="http://schemas.microsoft.com/office/drawing/2016/SVG/main" r:embed="rId18"/>
              </a:ext>
            </a:extLst>
          </a:blip>
          <a:stretch>
            <a:fillRect/>
          </a:stretch>
        </p:blipFill>
        <p:spPr>
          <a:xfrm flipV="1">
            <a:off x="6517473" y="5669280"/>
            <a:ext cx="1358147" cy="1188720"/>
          </a:xfrm>
          <a:prstGeom prst="rect">
            <a:avLst/>
          </a:prstGeom>
        </p:spPr>
      </p:pic>
      <p:sp>
        <p:nvSpPr>
          <p:cNvPr id="8" name="矩形 5"/>
          <p:cNvSpPr/>
          <p:nvPr userDrawn="1">
            <p:custDataLst>
              <p:tags r:id="rId3"/>
            </p:custDataLst>
          </p:nvPr>
        </p:nvSpPr>
        <p:spPr>
          <a:xfrm>
            <a:off x="0" y="0"/>
            <a:ext cx="39624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6"/>
          <p:cNvSpPr/>
          <p:nvPr userDrawn="1">
            <p:custDataLst>
              <p:tags r:id="rId4"/>
            </p:custDataLst>
          </p:nvPr>
        </p:nvSpPr>
        <p:spPr>
          <a:xfrm>
            <a:off x="1447800" y="1181100"/>
            <a:ext cx="10744200" cy="44958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7"/>
          <p:cNvSpPr/>
          <p:nvPr userDrawn="1">
            <p:custDataLst>
              <p:tags r:id="rId5"/>
            </p:custDataLst>
          </p:nvPr>
        </p:nvSpPr>
        <p:spPr>
          <a:xfrm>
            <a:off x="11277600" y="0"/>
            <a:ext cx="457200" cy="48006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7" descr="资源 1"/>
          <p:cNvPicPr>
            <a:picLocks noChangeAspect="1"/>
          </p:cNvPicPr>
          <p:nvPr userDrawn="1">
            <p:custDataLst>
              <p:tags r:id="rId6"/>
            </p:custDataLst>
          </p:nvPr>
        </p:nvPicPr>
        <p:blipFill>
          <a:blip r:embed="rId19">
            <a:extLst>
              <a:ext uri="{96DAC541-7B7A-43D3-8B79-37D633B846F1}">
                <asvg:svgBlip xmlns:asvg="http://schemas.microsoft.com/office/drawing/2016/SVG/main" r:embed="rId20"/>
              </a:ext>
            </a:extLst>
          </a:blip>
          <a:stretch>
            <a:fillRect/>
          </a:stretch>
        </p:blipFill>
        <p:spPr>
          <a:xfrm>
            <a:off x="286385" y="298450"/>
            <a:ext cx="907148" cy="907148"/>
          </a:xfrm>
          <a:prstGeom prst="rect">
            <a:avLst/>
          </a:prstGeom>
        </p:spPr>
      </p:pic>
      <p:pic>
        <p:nvPicPr>
          <p:cNvPr id="15" name="图片 29" descr="资源 23"/>
          <p:cNvPicPr>
            <a:picLocks noChangeAspect="1"/>
          </p:cNvPicPr>
          <p:nvPr userDrawn="1">
            <p:custDataLst>
              <p:tags r:id="rId7"/>
            </p:custDataLst>
          </p:nvPr>
        </p:nvPicPr>
        <p:blipFill>
          <a:blip r:embed="rId21">
            <a:extLst>
              <a:ext uri="{96DAC541-7B7A-43D3-8B79-37D633B846F1}">
                <asvg:svgBlip xmlns:asvg="http://schemas.microsoft.com/office/drawing/2016/SVG/main" r:embed="rId22"/>
              </a:ext>
            </a:extLst>
          </a:blip>
          <a:stretch>
            <a:fillRect/>
          </a:stretch>
        </p:blipFill>
        <p:spPr>
          <a:xfrm flipV="1">
            <a:off x="462680" y="6422357"/>
            <a:ext cx="990734" cy="96041"/>
          </a:xfrm>
          <a:prstGeom prst="rect">
            <a:avLst/>
          </a:prstGeom>
        </p:spPr>
      </p:pic>
      <p:pic>
        <p:nvPicPr>
          <p:cNvPr id="17" name="图片 29" descr="资源 23"/>
          <p:cNvPicPr>
            <a:picLocks noChangeAspect="1"/>
          </p:cNvPicPr>
          <p:nvPr userDrawn="1">
            <p:custDataLst>
              <p:tags r:id="rId8"/>
            </p:custDataLst>
          </p:nvPr>
        </p:nvPicPr>
        <p:blipFill>
          <a:blip r:embed="rId21">
            <a:extLst>
              <a:ext uri="{96DAC541-7B7A-43D3-8B79-37D633B846F1}">
                <asvg:svgBlip xmlns:asvg="http://schemas.microsoft.com/office/drawing/2016/SVG/main" r:embed="rId22"/>
              </a:ext>
            </a:extLst>
          </a:blip>
          <a:stretch>
            <a:fillRect/>
          </a:stretch>
        </p:blipFill>
        <p:spPr>
          <a:xfrm flipV="1">
            <a:off x="462680" y="6181725"/>
            <a:ext cx="990734" cy="96041"/>
          </a:xfrm>
          <a:prstGeom prst="rect">
            <a:avLst/>
          </a:prstGeom>
        </p:spPr>
      </p:pic>
      <p:sp>
        <p:nvSpPr>
          <p:cNvPr id="19" name="矩形 18"/>
          <p:cNvSpPr/>
          <p:nvPr userDrawn="1">
            <p:custDataLst>
              <p:tags r:id="rId9"/>
            </p:custDataLst>
          </p:nvPr>
        </p:nvSpPr>
        <p:spPr>
          <a:xfrm>
            <a:off x="11277600" y="6641432"/>
            <a:ext cx="457200" cy="21656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9" descr="资源 3"/>
          <p:cNvPicPr>
            <a:picLocks noChangeAspect="1"/>
          </p:cNvPicPr>
          <p:nvPr userDrawn="1">
            <p:custDataLst>
              <p:tags r:id="rId10"/>
            </p:custDataLst>
          </p:nvPr>
        </p:nvPicPr>
        <p:blipFill>
          <a:blip r:embed="rId23">
            <a:extLst>
              <a:ext uri="{96DAC541-7B7A-43D3-8B79-37D633B846F1}">
                <asvg:svgBlip xmlns:asvg="http://schemas.microsoft.com/office/drawing/2016/SVG/main" r:embed="rId24"/>
              </a:ext>
            </a:extLst>
          </a:blip>
          <a:stretch>
            <a:fillRect/>
          </a:stretch>
        </p:blipFill>
        <p:spPr>
          <a:xfrm>
            <a:off x="6800716" y="0"/>
            <a:ext cx="1486636" cy="1183907"/>
          </a:xfrm>
          <a:prstGeom prst="rect">
            <a:avLst/>
          </a:prstGeom>
        </p:spPr>
      </p:pic>
      <p:sp>
        <p:nvSpPr>
          <p:cNvPr id="33" name="日期占位符 32"/>
          <p:cNvSpPr>
            <a:spLocks noGrp="1"/>
          </p:cNvSpPr>
          <p:nvPr>
            <p:ph type="dt" sz="half" idx="16385"/>
            <p:custDataLst>
              <p:tags r:id="rId11"/>
            </p:custDataLst>
          </p:nvPr>
        </p:nvSpPr>
        <p:spPr/>
        <p:txBody>
          <a:bodyPr wrap="square">
            <a:normAutofit/>
          </a:bodyPr>
          <a:lstStyle/>
          <a:p>
            <a:fld id="{5592522B-0F24-4480-B9DD-A9474A6880D6}" type="datetimeFigureOut">
              <a:rPr lang="zh-CN" altLang="en-US" smtClean="0"/>
              <a:t>2026/3/3</a:t>
            </a:fld>
            <a:endParaRPr lang="zh-CN" altLang="en-US"/>
          </a:p>
        </p:txBody>
      </p:sp>
      <p:sp>
        <p:nvSpPr>
          <p:cNvPr id="34" name="页脚占位符 33"/>
          <p:cNvSpPr>
            <a:spLocks noGrp="1"/>
          </p:cNvSpPr>
          <p:nvPr>
            <p:ph type="ftr" sz="quarter" idx="16386"/>
            <p:custDataLst>
              <p:tags r:id="rId12"/>
            </p:custDataLst>
          </p:nvPr>
        </p:nvSpPr>
        <p:spPr/>
        <p:txBody>
          <a:bodyPr/>
          <a:lstStyle/>
          <a:p>
            <a:endParaRPr lang="zh-CN" altLang="en-US"/>
          </a:p>
        </p:txBody>
      </p:sp>
      <p:sp>
        <p:nvSpPr>
          <p:cNvPr id="35" name="灯片编号占位符 34"/>
          <p:cNvSpPr>
            <a:spLocks noGrp="1"/>
          </p:cNvSpPr>
          <p:nvPr>
            <p:ph type="sldNum" sz="quarter" idx="16387"/>
            <p:custDataLst>
              <p:tags r:id="rId13"/>
            </p:custDataLst>
          </p:nvPr>
        </p:nvSpPr>
        <p:spPr>
          <a:xfrm>
            <a:off x="8610600" y="6356350"/>
            <a:ext cx="2743200" cy="365125"/>
          </a:xfrm>
        </p:spPr>
        <p:txBody>
          <a:bodyPr wrap="square">
            <a:normAutofit/>
          </a:bodyPr>
          <a:lstStyle/>
          <a:p>
            <a:fld id="{BE5F26B5-172A-4DC2-B0B7-181CFC56B87C}" type="slidenum">
              <a:rPr lang="zh-CN" altLang="en-US" smtClean="0"/>
              <a:t>‹#›</a:t>
            </a:fld>
            <a:endParaRPr lang="zh-CN" altLang="en-US"/>
          </a:p>
        </p:txBody>
      </p:sp>
      <p:sp>
        <p:nvSpPr>
          <p:cNvPr id="11" name="Subtitle 10"/>
          <p:cNvSpPr>
            <a:spLocks noGrp="1"/>
          </p:cNvSpPr>
          <p:nvPr>
            <p:ph type="body" idx="16389" hasCustomPrompt="1"/>
            <p:custDataLst>
              <p:tags r:id="rId14"/>
            </p:custDataLst>
          </p:nvPr>
        </p:nvSpPr>
        <p:spPr>
          <a:xfrm>
            <a:off x="3364971" y="2667000"/>
            <a:ext cx="5449358" cy="457200"/>
          </a:xfrm>
          <a:noFill/>
        </p:spPr>
        <p:txBody>
          <a:bodyPr vert="horz" lIns="0" tIns="0" rIns="0" bIns="0" anchor="t">
            <a:normAutofit/>
          </a:bodyPr>
          <a:lstStyle>
            <a:lvl1pPr marL="0" indent="0" algn="ctr">
              <a:lnSpc>
                <a:spcPct val="125000"/>
              </a:lnSpc>
              <a:spcBef>
                <a:spcPct val="0"/>
              </a:spcBef>
              <a:spcAft>
                <a:spcPct val="0"/>
              </a:spcAft>
              <a:buNone/>
              <a:defRPr sz="2400" b="0" spc="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THE END</a:t>
            </a:r>
          </a:p>
        </p:txBody>
      </p:sp>
      <p:sp>
        <p:nvSpPr>
          <p:cNvPr id="36" name="标题 35"/>
          <p:cNvSpPr>
            <a:spLocks noGrp="1"/>
          </p:cNvSpPr>
          <p:nvPr>
            <p:ph type="ctrTitle" idx="16388" hasCustomPrompt="1"/>
            <p:custDataLst>
              <p:tags r:id="rId15"/>
            </p:custDataLst>
          </p:nvPr>
        </p:nvSpPr>
        <p:spPr>
          <a:xfrm>
            <a:off x="3364089" y="3175000"/>
            <a:ext cx="5451122" cy="1016000"/>
          </a:xfrm>
        </p:spPr>
        <p:txBody>
          <a:bodyPr vert="horz" wrap="square" lIns="0" tIns="0" rIns="0" bIns="0" anchor="t">
            <a:normAutofit/>
          </a:bodyPr>
          <a:lstStyle>
            <a:lvl1pPr marL="0" indent="0" algn="ctr">
              <a:lnSpc>
                <a:spcPct val="100000"/>
              </a:lnSpc>
              <a:spcBef>
                <a:spcPct val="0"/>
              </a:spcBef>
              <a:spcAft>
                <a:spcPct val="0"/>
              </a:spcAft>
              <a:buNone/>
              <a:defRPr sz="6400" b="1" spc="0" baseline="0">
                <a:solidFill>
                  <a:schemeClr val="accent1">
                    <a:lumMod val="50000"/>
                  </a:schemeClr>
                </a:solidFill>
              </a:defRPr>
            </a:lvl1pPr>
          </a:lstStyle>
          <a:p>
            <a:r>
              <a:rPr lang="zh-CN" altLang="en-US" dirty="0"/>
              <a:t>谢谢观看</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目录页-1-5-4">
    <p:spTree>
      <p:nvGrpSpPr>
        <p:cNvPr id="1" name=""/>
        <p:cNvGrpSpPr/>
        <p:nvPr/>
      </p:nvGrpSpPr>
      <p:grpSpPr>
        <a:xfrm>
          <a:off x="0" y="0"/>
          <a:ext cx="0" cy="0"/>
          <a:chOff x="0" y="0"/>
          <a:chExt cx="0" cy="0"/>
        </a:xfrm>
      </p:grpSpPr>
      <p:sp>
        <p:nvSpPr>
          <p:cNvPr id="11" name="灯片编号占位符 8"/>
          <p:cNvSpPr>
            <a:spLocks noGrp="1"/>
          </p:cNvSpPr>
          <p:nvPr>
            <p:ph type="sldNum" sz="quarter" idx="4"/>
            <p:custDataLst>
              <p:tags r:id="rId1"/>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12" name="页脚占位符 11"/>
          <p:cNvSpPr>
            <a:spLocks noGrp="1"/>
          </p:cNvSpPr>
          <p:nvPr>
            <p:ph type="ftr" sz="quarter" idx="3"/>
            <p:custDataLst>
              <p:tags r:id="rId2"/>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13" name="日期占位符 12"/>
          <p:cNvSpPr>
            <a:spLocks noGrp="1"/>
          </p:cNvSpPr>
          <p:nvPr>
            <p:ph type="dt" sz="half" idx="2"/>
            <p:custDataLst>
              <p:tags r:id="rId3"/>
            </p:custDataLst>
          </p:nvPr>
        </p:nvSpPr>
        <p:spPr>
          <a:xfrm>
            <a:off x="69596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2026/3/3</a:t>
            </a:fld>
            <a:endParaRPr lang="zh-CN" altLang="en-US"/>
          </a:p>
        </p:txBody>
      </p:sp>
      <p:sp>
        <p:nvSpPr>
          <p:cNvPr id="16" name="Subtitle 15"/>
          <p:cNvSpPr>
            <a:spLocks noGrp="1"/>
          </p:cNvSpPr>
          <p:nvPr>
            <p:ph type="subTitle" idx="17826305" hasCustomPrompt="1"/>
            <p:custDataLst>
              <p:tags r:id="rId4"/>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p>
        </p:txBody>
      </p:sp>
      <p:sp>
        <p:nvSpPr>
          <p:cNvPr id="17" name="Title 16"/>
          <p:cNvSpPr>
            <a:spLocks noGrp="1"/>
          </p:cNvSpPr>
          <p:nvPr>
            <p:ph type="ctrTitle" idx="17826049" hasCustomPrompt="1"/>
            <p:custDataLst>
              <p:tags r:id="rId5"/>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目录</a:t>
            </a:r>
          </a:p>
        </p:txBody>
      </p:sp>
      <p:sp>
        <p:nvSpPr>
          <p:cNvPr id="18" name="Text Placeholder 17"/>
          <p:cNvSpPr>
            <a:spLocks noGrp="1"/>
          </p:cNvSpPr>
          <p:nvPr>
            <p:ph type="body" idx="319883777" hasCustomPrompt="1"/>
            <p:custDataLst>
              <p:tags r:id="rId6"/>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01</a:t>
            </a:r>
          </a:p>
        </p:txBody>
      </p:sp>
      <p:sp>
        <p:nvSpPr>
          <p:cNvPr id="19" name="装饰  8"/>
          <p:cNvSpPr>
            <a:spLocks noGrp="1"/>
          </p:cNvSpPr>
          <p:nvPr>
            <p:ph type="body" idx="319883522" hasCustomPrompt="1"/>
            <p:custDataLst>
              <p:tags r:id="rId7"/>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0" name="Text Placeholder 19"/>
          <p:cNvSpPr>
            <a:spLocks noGrp="1"/>
          </p:cNvSpPr>
          <p:nvPr>
            <p:ph type="body" idx="51446017" hasCustomPrompt="1"/>
            <p:custDataLst>
              <p:tags r:id="rId8"/>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1" name="Text Placeholder 20"/>
          <p:cNvSpPr>
            <a:spLocks noGrp="1"/>
          </p:cNvSpPr>
          <p:nvPr>
            <p:ph type="body" idx="319949313" hasCustomPrompt="1"/>
            <p:custDataLst>
              <p:tags r:id="rId9"/>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02</a:t>
            </a:r>
          </a:p>
        </p:txBody>
      </p:sp>
      <p:sp>
        <p:nvSpPr>
          <p:cNvPr id="22" name="装饰  1"/>
          <p:cNvSpPr>
            <a:spLocks noGrp="1"/>
          </p:cNvSpPr>
          <p:nvPr>
            <p:ph type="body" idx="319949058" hasCustomPrompt="1"/>
            <p:custDataLst>
              <p:tags r:id="rId10"/>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3" name="Text Placeholder 22"/>
          <p:cNvSpPr>
            <a:spLocks noGrp="1"/>
          </p:cNvSpPr>
          <p:nvPr>
            <p:ph type="body" idx="51511553" hasCustomPrompt="1"/>
            <p:custDataLst>
              <p:tags r:id="rId11"/>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4" name="Text Placeholder 23"/>
          <p:cNvSpPr>
            <a:spLocks noGrp="1"/>
          </p:cNvSpPr>
          <p:nvPr>
            <p:ph type="body" idx="320014849" hasCustomPrompt="1"/>
            <p:custDataLst>
              <p:tags r:id="rId12"/>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03</a:t>
            </a:r>
          </a:p>
        </p:txBody>
      </p:sp>
      <p:sp>
        <p:nvSpPr>
          <p:cNvPr id="25" name="装饰  4"/>
          <p:cNvSpPr>
            <a:spLocks noGrp="1"/>
          </p:cNvSpPr>
          <p:nvPr>
            <p:ph type="body" idx="320014594" hasCustomPrompt="1"/>
            <p:custDataLst>
              <p:tags r:id="rId13"/>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6" name="Text Placeholder 25"/>
          <p:cNvSpPr>
            <a:spLocks noGrp="1"/>
          </p:cNvSpPr>
          <p:nvPr>
            <p:ph type="body" idx="51577089" hasCustomPrompt="1"/>
            <p:custDataLst>
              <p:tags r:id="rId14"/>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
        <p:nvSpPr>
          <p:cNvPr id="27" name="Text Placeholder 26"/>
          <p:cNvSpPr>
            <a:spLocks noGrp="1"/>
          </p:cNvSpPr>
          <p:nvPr>
            <p:ph type="body" idx="320080385" hasCustomPrompt="1"/>
            <p:custDataLst>
              <p:tags r:id="rId15"/>
            </p:custDataLst>
          </p:nvPr>
        </p:nvSpPr>
        <p:spPr>
          <a:xfrm>
            <a:off x="79946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a:t>04</a:t>
            </a:r>
          </a:p>
        </p:txBody>
      </p:sp>
      <p:sp>
        <p:nvSpPr>
          <p:cNvPr id="28" name="装饰  7"/>
          <p:cNvSpPr>
            <a:spLocks noGrp="1"/>
          </p:cNvSpPr>
          <p:nvPr>
            <p:ph type="body" idx="320080130" hasCustomPrompt="1"/>
            <p:custDataLst>
              <p:tags r:id="rId16"/>
            </p:custDataLst>
          </p:nvPr>
        </p:nvSpPr>
        <p:spPr>
          <a:xfrm>
            <a:off x="87757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29" name="Text Placeholder 28"/>
          <p:cNvSpPr>
            <a:spLocks noGrp="1"/>
          </p:cNvSpPr>
          <p:nvPr>
            <p:ph type="body" idx="51642625" hasCustomPrompt="1"/>
            <p:custDataLst>
              <p:tags r:id="rId17"/>
            </p:custDataLst>
          </p:nvPr>
        </p:nvSpPr>
        <p:spPr>
          <a:xfrm>
            <a:off x="90043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a:t>单击此处添加项标题</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3.xml"/><Relationship Id="rId18" Type="http://schemas.openxmlformats.org/officeDocument/2006/relationships/slideLayout" Target="../slideLayouts/slideLayout28.xml"/><Relationship Id="rId26" Type="http://schemas.openxmlformats.org/officeDocument/2006/relationships/slideLayout" Target="../slideLayouts/slideLayout36.xml"/><Relationship Id="rId39" Type="http://schemas.openxmlformats.org/officeDocument/2006/relationships/tags" Target="../tags/tag41.xml"/><Relationship Id="rId21" Type="http://schemas.openxmlformats.org/officeDocument/2006/relationships/slideLayout" Target="../slideLayouts/slideLayout31.xml"/><Relationship Id="rId34" Type="http://schemas.openxmlformats.org/officeDocument/2006/relationships/tags" Target="../tags/tag36.xml"/><Relationship Id="rId42" Type="http://schemas.openxmlformats.org/officeDocument/2006/relationships/tags" Target="../tags/tag44.xml"/><Relationship Id="rId47" Type="http://schemas.openxmlformats.org/officeDocument/2006/relationships/image" Target="../media/image5.svg"/><Relationship Id="rId7" Type="http://schemas.openxmlformats.org/officeDocument/2006/relationships/slideLayout" Target="../slideLayouts/slideLayout17.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9" Type="http://schemas.openxmlformats.org/officeDocument/2006/relationships/slideLayout" Target="../slideLayouts/slideLayout39.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24" Type="http://schemas.openxmlformats.org/officeDocument/2006/relationships/slideLayout" Target="../slideLayouts/slideLayout34.xml"/><Relationship Id="rId32" Type="http://schemas.openxmlformats.org/officeDocument/2006/relationships/tags" Target="../tags/tag34.xml"/><Relationship Id="rId37" Type="http://schemas.openxmlformats.org/officeDocument/2006/relationships/tags" Target="../tags/tag39.xml"/><Relationship Id="rId40" Type="http://schemas.openxmlformats.org/officeDocument/2006/relationships/tags" Target="../tags/tag42.xml"/><Relationship Id="rId45" Type="http://schemas.openxmlformats.org/officeDocument/2006/relationships/image" Target="../media/image3.svg"/><Relationship Id="rId5" Type="http://schemas.openxmlformats.org/officeDocument/2006/relationships/slideLayout" Target="../slideLayouts/slideLayout15.xml"/><Relationship Id="rId15" Type="http://schemas.openxmlformats.org/officeDocument/2006/relationships/slideLayout" Target="../slideLayouts/slideLayout25.xml"/><Relationship Id="rId23" Type="http://schemas.openxmlformats.org/officeDocument/2006/relationships/slideLayout" Target="../slideLayouts/slideLayout33.xml"/><Relationship Id="rId28" Type="http://schemas.openxmlformats.org/officeDocument/2006/relationships/slideLayout" Target="../slideLayouts/slideLayout38.xml"/><Relationship Id="rId36" Type="http://schemas.openxmlformats.org/officeDocument/2006/relationships/tags" Target="../tags/tag38.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31" Type="http://schemas.openxmlformats.org/officeDocument/2006/relationships/theme" Target="../theme/theme2.xml"/><Relationship Id="rId44" Type="http://schemas.openxmlformats.org/officeDocument/2006/relationships/image" Target="../media/image2.svg"/><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slideLayout" Target="../slideLayouts/slideLayout32.xml"/><Relationship Id="rId27" Type="http://schemas.openxmlformats.org/officeDocument/2006/relationships/slideLayout" Target="../slideLayouts/slideLayout37.xml"/><Relationship Id="rId30" Type="http://schemas.openxmlformats.org/officeDocument/2006/relationships/slideLayout" Target="../slideLayouts/slideLayout40.xml"/><Relationship Id="rId35" Type="http://schemas.openxmlformats.org/officeDocument/2006/relationships/tags" Target="../tags/tag37.xml"/><Relationship Id="rId43" Type="http://schemas.openxmlformats.org/officeDocument/2006/relationships/image" Target="../media/image1.png"/><Relationship Id="rId8" Type="http://schemas.openxmlformats.org/officeDocument/2006/relationships/slideLayout" Target="../slideLayouts/slideLayout18.xml"/><Relationship Id="rId3" Type="http://schemas.openxmlformats.org/officeDocument/2006/relationships/slideLayout" Target="../slideLayouts/slideLayout13.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5" Type="http://schemas.openxmlformats.org/officeDocument/2006/relationships/slideLayout" Target="../slideLayouts/slideLayout35.xml"/><Relationship Id="rId33" Type="http://schemas.openxmlformats.org/officeDocument/2006/relationships/tags" Target="../tags/tag35.xml"/><Relationship Id="rId38" Type="http://schemas.openxmlformats.org/officeDocument/2006/relationships/tags" Target="../tags/tag40.xml"/><Relationship Id="rId46" Type="http://schemas.openxmlformats.org/officeDocument/2006/relationships/image" Target="../media/image4.png"/><Relationship Id="rId20" Type="http://schemas.openxmlformats.org/officeDocument/2006/relationships/slideLayout" Target="../slideLayouts/slideLayout30.xml"/><Relationship Id="rId41" Type="http://schemas.openxmlformats.org/officeDocument/2006/relationships/tags" Target="../tags/tag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custDataLst>
              <p:tags r:id="rId12"/>
            </p:custDataLst>
          </p:nvPr>
        </p:nvSpPr>
        <p:spPr>
          <a:xfrm>
            <a:off x="605155" y="6314440"/>
            <a:ext cx="2707005" cy="316865"/>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2026/3/3</a:t>
            </a:fld>
            <a:endParaRPr lang="zh-CN" altLang="en-US"/>
          </a:p>
        </p:txBody>
      </p:sp>
      <p:sp>
        <p:nvSpPr>
          <p:cNvPr id="5" name="页脚占位符 4"/>
          <p:cNvSpPr>
            <a:spLocks noGrp="1"/>
          </p:cNvSpPr>
          <p:nvPr>
            <p:ph type="ftr" sz="quarter" idx="3"/>
            <p:custDataLst>
              <p:tags r:id="rId1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4"/>
            </p:custDataLst>
          </p:nvPr>
        </p:nvSpPr>
        <p:spPr>
          <a:xfrm>
            <a:off x="8877300" y="6314440"/>
            <a:ext cx="2711450" cy="316865"/>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
        <p:nvSpPr>
          <p:cNvPr id="2" name="标题占位符 1"/>
          <p:cNvSpPr>
            <a:spLocks noGrp="1"/>
          </p:cNvSpPr>
          <p:nvPr>
            <p:ph type="title"/>
          </p:nvPr>
        </p:nvSpPr>
        <p:spPr>
          <a:xfrm>
            <a:off x="609556" y="482473"/>
            <a:ext cx="10972888" cy="711206"/>
          </a:xfrm>
          <a:prstGeom prst="rect">
            <a:avLst/>
          </a:prstGeom>
        </p:spPr>
        <p:txBody>
          <a:bodyPr vert="horz" lIns="91440" tIns="45720" rIns="91440" bIns="45720" rtlCol="0" anchor="ctr">
            <a:noAutofit/>
          </a:bodyPr>
          <a:lstStyle/>
          <a:p>
            <a:r>
              <a:rPr lang="zh-CN" altLang="en-US"/>
              <a:t>单击此处编辑母版标题样式</a:t>
            </a:r>
          </a:p>
        </p:txBody>
      </p:sp>
      <p:sp>
        <p:nvSpPr>
          <p:cNvPr id="3" name="文本占位符 2"/>
          <p:cNvSpPr>
            <a:spLocks noGrp="1"/>
          </p:cNvSpPr>
          <p:nvPr>
            <p:ph type="body" idx="1"/>
          </p:nvPr>
        </p:nvSpPr>
        <p:spPr>
          <a:xfrm>
            <a:off x="609556" y="1524000"/>
            <a:ext cx="10972888" cy="4724438"/>
          </a:xfrm>
          <a:prstGeom prst="rect">
            <a:avLst/>
          </a:prstGeom>
        </p:spPr>
        <p:txBody>
          <a:bodyPr vert="horz" lIns="91440" tIns="45720" rIns="91440" bIns="45720" rtlCol="0">
            <a:no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a:p>
            <a:pPr lvl="5"/>
            <a:r>
              <a:rPr lang="zh-CN" altLang="en-US" dirty="0"/>
              <a:t>第六级</a:t>
            </a:r>
            <a:endParaRPr lang="en-US" altLang="zh-CN" dirty="0"/>
          </a:p>
          <a:p>
            <a:pPr marL="2971800" marR="0" lvl="6"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第七级</a:t>
            </a:r>
            <a:endParaRPr lang="en-US" altLang="zh-CN" dirty="0"/>
          </a:p>
          <a:p>
            <a:pPr marL="3429000" marR="0" lvl="7"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第八级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第九级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endParaRPr lang="en-US" altLang="zh-CN" dirty="0"/>
          </a:p>
          <a:p>
            <a:pPr lvl="5"/>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100000"/>
        </a:lnSpc>
        <a:spcBef>
          <a:spcPct val="0"/>
        </a:spcBef>
        <a:buNone/>
        <a:defRPr sz="360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5pPr>
      <a:lvl6pPr marL="25146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lang="zh-CN" altLang="en-US" sz="2400" kern="1200" dirty="0">
          <a:solidFill>
            <a:schemeClr val="tx1"/>
          </a:solidFill>
          <a:latin typeface="微软雅黑" panose="020B0503020204020204" charset="-122"/>
          <a:ea typeface="微软雅黑" panose="020B0503020204020204" charset="-122"/>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8pPr>
      <a:lvl9pPr marL="3657600" indent="0" algn="l" defTabSz="914400" rtl="0" eaLnBrk="1" latinLnBrk="0" hangingPunct="1">
        <a:lnSpc>
          <a:spcPct val="90000"/>
        </a:lnSpc>
        <a:spcBef>
          <a:spcPts val="500"/>
        </a:spcBef>
        <a:buFont typeface="Arial" panose="020B0604020202020204" pitchFamily="34" charset="0"/>
        <a:buNone/>
        <a:defRPr lang="en-US" altLang="zh-CN" sz="2400" kern="1200" dirty="0" smtClean="0">
          <a:solidFill>
            <a:schemeClr val="tx1"/>
          </a:solidFill>
          <a:latin typeface="微软雅黑" panose="020B0503020204020204" charset="-122"/>
          <a:ea typeface="微软雅黑" panose="020B0503020204020204" charset="-122"/>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41" name="矩形 40"/>
          <p:cNvSpPr/>
          <p:nvPr userDrawn="1">
            <p:custDataLst>
              <p:tags r:id="rId33"/>
            </p:custDataLst>
          </p:nvPr>
        </p:nvSpPr>
        <p:spPr>
          <a:xfrm>
            <a:off x="0" y="0"/>
            <a:ext cx="12192000" cy="6858000"/>
          </a:xfrm>
          <a:prstGeom prst="rect">
            <a:avLst/>
          </a:prstGeom>
          <a:solidFill>
            <a:schemeClr val="bg1">
              <a:lumMod val="9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29" descr="资源 23"/>
          <p:cNvPicPr>
            <a:picLocks noChangeAspect="1"/>
          </p:cNvPicPr>
          <p:nvPr userDrawn="1">
            <p:custDataLst>
              <p:tags r:id="rId34"/>
            </p:custDataLst>
          </p:nvPr>
        </p:nvPicPr>
        <p:blipFill>
          <a:blip r:embed="rId43">
            <a:extLst>
              <a:ext uri="{96DAC541-7B7A-43D3-8B79-37D633B846F1}">
                <asvg:svgBlip xmlns:asvg="http://schemas.microsoft.com/office/drawing/2016/SVG/main" r:embed="rId44"/>
              </a:ext>
            </a:extLst>
          </a:blip>
          <a:stretch>
            <a:fillRect/>
          </a:stretch>
        </p:blipFill>
        <p:spPr>
          <a:xfrm flipV="1">
            <a:off x="462680" y="6422357"/>
            <a:ext cx="990734" cy="96041"/>
          </a:xfrm>
          <a:prstGeom prst="rect">
            <a:avLst/>
          </a:prstGeom>
        </p:spPr>
      </p:pic>
      <p:pic>
        <p:nvPicPr>
          <p:cNvPr id="17" name="图片 29" descr="资源 23"/>
          <p:cNvPicPr>
            <a:picLocks noChangeAspect="1"/>
          </p:cNvPicPr>
          <p:nvPr userDrawn="1">
            <p:custDataLst>
              <p:tags r:id="rId35"/>
            </p:custDataLst>
          </p:nvPr>
        </p:nvPicPr>
        <p:blipFill>
          <a:blip r:embed="rId43">
            <a:extLst>
              <a:ext uri="{96DAC541-7B7A-43D3-8B79-37D633B846F1}">
                <asvg:svgBlip xmlns:asvg="http://schemas.microsoft.com/office/drawing/2016/SVG/main" r:embed="rId45"/>
              </a:ext>
            </a:extLst>
          </a:blip>
          <a:stretch>
            <a:fillRect/>
          </a:stretch>
        </p:blipFill>
        <p:spPr>
          <a:xfrm flipV="1">
            <a:off x="462680" y="6181725"/>
            <a:ext cx="990734" cy="96041"/>
          </a:xfrm>
          <a:prstGeom prst="rect">
            <a:avLst/>
          </a:prstGeom>
        </p:spPr>
      </p:pic>
      <p:sp>
        <p:nvSpPr>
          <p:cNvPr id="6" name="灯片编号占位符 5"/>
          <p:cNvSpPr>
            <a:spLocks noGrp="1"/>
          </p:cNvSpPr>
          <p:nvPr>
            <p:ph type="sldNum" sz="quarter" idx="4"/>
            <p:custDataLst>
              <p:tags r:id="rId36"/>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5" name="页脚占位符 4"/>
          <p:cNvSpPr>
            <a:spLocks noGrp="1"/>
          </p:cNvSpPr>
          <p:nvPr>
            <p:ph type="ftr" sz="quarter" idx="3"/>
            <p:custDataLst>
              <p:tags r:id="rId3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4" name="日期占位符 3"/>
          <p:cNvSpPr>
            <a:spLocks noGrp="1"/>
          </p:cNvSpPr>
          <p:nvPr>
            <p:ph type="dt" sz="half" idx="2"/>
            <p:custDataLst>
              <p:tags r:id="rId38"/>
            </p:custDataLst>
          </p:nvPr>
        </p:nvSpPr>
        <p:spPr>
          <a:xfrm>
            <a:off x="69596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2026/3/3</a:t>
            </a:fld>
            <a:endParaRPr lang="zh-CN" altLang="en-US"/>
          </a:p>
        </p:txBody>
      </p:sp>
      <p:sp>
        <p:nvSpPr>
          <p:cNvPr id="3" name="文本占位符 2"/>
          <p:cNvSpPr>
            <a:spLocks noGrp="1"/>
          </p:cNvSpPr>
          <p:nvPr>
            <p:ph type="body" idx="1"/>
            <p:custDataLst>
              <p:tags r:id="rId39"/>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占位符 1"/>
          <p:cNvSpPr>
            <a:spLocks noGrp="1"/>
          </p:cNvSpPr>
          <p:nvPr>
            <p:ph type="title"/>
            <p:custDataLst>
              <p:tags r:id="rId40"/>
            </p:custDataLst>
          </p:nvPr>
        </p:nvSpPr>
        <p:spPr>
          <a:xfrm>
            <a:off x="695960" y="360000"/>
            <a:ext cx="10800000" cy="720000"/>
          </a:xfrm>
          <a:prstGeom prst="rect">
            <a:avLst/>
          </a:prstGeom>
        </p:spPr>
        <p:txBody>
          <a:bodyPr vert="horz" lIns="91440" tIns="45720" rIns="91440" bIns="45720" rtlCol="0" anchor="ctr">
            <a:normAutofit/>
          </a:bodyPr>
          <a:lstStyle/>
          <a:p>
            <a:r>
              <a:rPr lang="zh-CN" altLang="en-US" dirty="0"/>
              <a:t>单击此处编辑母版标题样式</a:t>
            </a:r>
          </a:p>
        </p:txBody>
      </p:sp>
      <p:pic>
        <p:nvPicPr>
          <p:cNvPr id="27" name="图片 9" descr="资源 3"/>
          <p:cNvPicPr>
            <a:picLocks noChangeAspect="1"/>
          </p:cNvPicPr>
          <p:nvPr userDrawn="1">
            <p:custDataLst>
              <p:tags r:id="rId41"/>
            </p:custDataLst>
          </p:nvPr>
        </p:nvPicPr>
        <p:blipFill>
          <a:blip r:embed="rId46">
            <a:extLst>
              <a:ext uri="{96DAC541-7B7A-43D3-8B79-37D633B846F1}">
                <asvg:svgBlip xmlns:asvg="http://schemas.microsoft.com/office/drawing/2016/SVG/main" r:embed="rId47"/>
              </a:ext>
            </a:extLst>
          </a:blip>
          <a:srcRect r="44014"/>
          <a:stretch>
            <a:fillRect/>
          </a:stretch>
        </p:blipFill>
        <p:spPr>
          <a:xfrm>
            <a:off x="8518525" y="0"/>
            <a:ext cx="3673475" cy="5224780"/>
          </a:xfrm>
          <a:custGeom>
            <a:avLst/>
            <a:gdLst/>
            <a:ahLst/>
            <a:cxnLst>
              <a:cxn ang="3">
                <a:pos x="hc" y="t"/>
              </a:cxn>
              <a:cxn ang="cd2">
                <a:pos x="l" y="vc"/>
              </a:cxn>
              <a:cxn ang="cd4">
                <a:pos x="hc" y="b"/>
              </a:cxn>
              <a:cxn ang="0">
                <a:pos x="r" y="vc"/>
              </a:cxn>
            </a:cxnLst>
            <a:rect l="l" t="t" r="r" b="b"/>
            <a:pathLst>
              <a:path w="5785" h="8228">
                <a:moveTo>
                  <a:pt x="0" y="0"/>
                </a:moveTo>
                <a:lnTo>
                  <a:pt x="5785" y="0"/>
                </a:lnTo>
                <a:lnTo>
                  <a:pt x="5785" y="8228"/>
                </a:lnTo>
                <a:lnTo>
                  <a:pt x="0" y="8228"/>
                </a:lnTo>
                <a:lnTo>
                  <a:pt x="0" y="0"/>
                </a:lnTo>
                <a:close/>
              </a:path>
            </a:pathLst>
          </a:custGeom>
        </p:spPr>
      </p:pic>
      <p:sp>
        <p:nvSpPr>
          <p:cNvPr id="8" name="KSO_TEMPLATE" hidden="1"/>
          <p:cNvSpPr/>
          <p:nvPr userDrawn="1">
            <p:custDataLst>
              <p:tags r:id="rId4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32"/>
    </p:custData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Lst>
  <p:txStyles>
    <p:titleStyle>
      <a:lvl1pPr algn="l" defTabSz="914400" rtl="0" eaLnBrk="1" latinLnBrk="0" hangingPunct="1">
        <a:lnSpc>
          <a:spcPct val="90000"/>
        </a:lnSpc>
        <a:spcBef>
          <a:spcPct val="0"/>
        </a:spcBef>
        <a:buNone/>
        <a:defRPr sz="3200" b="1" i="0" u="none" kern="1200" spc="0">
          <a:solidFill>
            <a:schemeClr val="tx1"/>
          </a:solidFill>
          <a:effectLst/>
          <a:uFill>
            <a:solidFill>
              <a:srgbClr val="223770"/>
            </a:solidFill>
          </a:uFill>
          <a:latin typeface="+mj-lt"/>
          <a:ea typeface="+mj-ea"/>
          <a:cs typeface="+mj-cs"/>
        </a:defRPr>
      </a:lvl1pPr>
    </p:titleStyle>
    <p:bodyStyle>
      <a:lvl1pPr marL="228600" indent="0" algn="l" defTabSz="914400" rtl="0" eaLnBrk="1" latinLnBrk="0" hangingPunct="1">
        <a:lnSpc>
          <a:spcPct val="130000"/>
        </a:lnSpc>
        <a:spcBef>
          <a:spcPts val="1000"/>
        </a:spcBef>
        <a:buFont typeface="Arial" panose="020B0604020202020204" pitchFamily="34" charset="0"/>
        <a:buChar char="•"/>
        <a:defRPr sz="240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420.xml"/><Relationship Id="rId2" Type="http://schemas.openxmlformats.org/officeDocument/2006/relationships/tags" Target="../tags/tag419.xml"/><Relationship Id="rId1" Type="http://schemas.openxmlformats.org/officeDocument/2006/relationships/tags" Target="../tags/tag41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8" Type="http://schemas.openxmlformats.org/officeDocument/2006/relationships/tags" Target="../tags/tag428.xml"/><Relationship Id="rId13" Type="http://schemas.openxmlformats.org/officeDocument/2006/relationships/tags" Target="../tags/tag433.xml"/><Relationship Id="rId18" Type="http://schemas.openxmlformats.org/officeDocument/2006/relationships/tags" Target="../tags/tag438.xml"/><Relationship Id="rId26" Type="http://schemas.openxmlformats.org/officeDocument/2006/relationships/tags" Target="../tags/tag446.xml"/><Relationship Id="rId3" Type="http://schemas.openxmlformats.org/officeDocument/2006/relationships/tags" Target="../tags/tag423.xml"/><Relationship Id="rId21" Type="http://schemas.openxmlformats.org/officeDocument/2006/relationships/tags" Target="../tags/tag441.xml"/><Relationship Id="rId7" Type="http://schemas.openxmlformats.org/officeDocument/2006/relationships/tags" Target="../tags/tag427.xml"/><Relationship Id="rId12" Type="http://schemas.openxmlformats.org/officeDocument/2006/relationships/tags" Target="../tags/tag432.xml"/><Relationship Id="rId17" Type="http://schemas.openxmlformats.org/officeDocument/2006/relationships/tags" Target="../tags/tag437.xml"/><Relationship Id="rId25" Type="http://schemas.openxmlformats.org/officeDocument/2006/relationships/tags" Target="../tags/tag445.xml"/><Relationship Id="rId2" Type="http://schemas.openxmlformats.org/officeDocument/2006/relationships/tags" Target="../tags/tag422.xml"/><Relationship Id="rId16" Type="http://schemas.openxmlformats.org/officeDocument/2006/relationships/tags" Target="../tags/tag436.xml"/><Relationship Id="rId20" Type="http://schemas.openxmlformats.org/officeDocument/2006/relationships/tags" Target="../tags/tag440.xml"/><Relationship Id="rId1" Type="http://schemas.openxmlformats.org/officeDocument/2006/relationships/tags" Target="../tags/tag421.xml"/><Relationship Id="rId6" Type="http://schemas.openxmlformats.org/officeDocument/2006/relationships/tags" Target="../tags/tag426.xml"/><Relationship Id="rId11" Type="http://schemas.openxmlformats.org/officeDocument/2006/relationships/tags" Target="../tags/tag431.xml"/><Relationship Id="rId24" Type="http://schemas.openxmlformats.org/officeDocument/2006/relationships/tags" Target="../tags/tag444.xml"/><Relationship Id="rId5" Type="http://schemas.openxmlformats.org/officeDocument/2006/relationships/tags" Target="../tags/tag425.xml"/><Relationship Id="rId15" Type="http://schemas.openxmlformats.org/officeDocument/2006/relationships/tags" Target="../tags/tag435.xml"/><Relationship Id="rId23" Type="http://schemas.openxmlformats.org/officeDocument/2006/relationships/tags" Target="../tags/tag443.xml"/><Relationship Id="rId28" Type="http://schemas.openxmlformats.org/officeDocument/2006/relationships/image" Target="../media/image21.png"/><Relationship Id="rId10" Type="http://schemas.openxmlformats.org/officeDocument/2006/relationships/tags" Target="../tags/tag430.xml"/><Relationship Id="rId19" Type="http://schemas.openxmlformats.org/officeDocument/2006/relationships/tags" Target="../tags/tag439.xml"/><Relationship Id="rId4" Type="http://schemas.openxmlformats.org/officeDocument/2006/relationships/tags" Target="../tags/tag424.xml"/><Relationship Id="rId9" Type="http://schemas.openxmlformats.org/officeDocument/2006/relationships/tags" Target="../tags/tag429.xml"/><Relationship Id="rId14" Type="http://schemas.openxmlformats.org/officeDocument/2006/relationships/tags" Target="../tags/tag434.xml"/><Relationship Id="rId22" Type="http://schemas.openxmlformats.org/officeDocument/2006/relationships/tags" Target="../tags/tag442.xml"/><Relationship Id="rId27"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tags" Target="../tags/tag449.xml"/><Relationship Id="rId2" Type="http://schemas.openxmlformats.org/officeDocument/2006/relationships/tags" Target="../tags/tag448.xml"/><Relationship Id="rId1" Type="http://schemas.openxmlformats.org/officeDocument/2006/relationships/tags" Target="../tags/tag447.xml"/><Relationship Id="rId5" Type="http://schemas.openxmlformats.org/officeDocument/2006/relationships/image" Target="../media/image21.png"/><Relationship Id="rId4"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8" Type="http://schemas.openxmlformats.org/officeDocument/2006/relationships/tags" Target="../tags/tag457.xml"/><Relationship Id="rId3" Type="http://schemas.openxmlformats.org/officeDocument/2006/relationships/tags" Target="../tags/tag452.xml"/><Relationship Id="rId7" Type="http://schemas.openxmlformats.org/officeDocument/2006/relationships/tags" Target="../tags/tag456.xml"/><Relationship Id="rId12" Type="http://schemas.openxmlformats.org/officeDocument/2006/relationships/image" Target="../media/image24.jpeg"/><Relationship Id="rId2" Type="http://schemas.openxmlformats.org/officeDocument/2006/relationships/tags" Target="../tags/tag451.xml"/><Relationship Id="rId1" Type="http://schemas.openxmlformats.org/officeDocument/2006/relationships/tags" Target="../tags/tag450.xml"/><Relationship Id="rId6" Type="http://schemas.openxmlformats.org/officeDocument/2006/relationships/tags" Target="../tags/tag455.xml"/><Relationship Id="rId11" Type="http://schemas.openxmlformats.org/officeDocument/2006/relationships/image" Target="../media/image23.png"/><Relationship Id="rId5" Type="http://schemas.openxmlformats.org/officeDocument/2006/relationships/tags" Target="../tags/tag454.xml"/><Relationship Id="rId10" Type="http://schemas.openxmlformats.org/officeDocument/2006/relationships/image" Target="../media/image22.jpeg"/><Relationship Id="rId4" Type="http://schemas.openxmlformats.org/officeDocument/2006/relationships/tags" Target="../tags/tag453.xml"/><Relationship Id="rId9"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8" Type="http://schemas.openxmlformats.org/officeDocument/2006/relationships/tags" Target="../tags/tag465.xml"/><Relationship Id="rId3" Type="http://schemas.openxmlformats.org/officeDocument/2006/relationships/tags" Target="../tags/tag460.xml"/><Relationship Id="rId7" Type="http://schemas.openxmlformats.org/officeDocument/2006/relationships/tags" Target="../tags/tag464.xml"/><Relationship Id="rId2" Type="http://schemas.openxmlformats.org/officeDocument/2006/relationships/tags" Target="../tags/tag459.xml"/><Relationship Id="rId1" Type="http://schemas.openxmlformats.org/officeDocument/2006/relationships/tags" Target="../tags/tag458.xml"/><Relationship Id="rId6" Type="http://schemas.openxmlformats.org/officeDocument/2006/relationships/tags" Target="../tags/tag463.xml"/><Relationship Id="rId5" Type="http://schemas.openxmlformats.org/officeDocument/2006/relationships/tags" Target="../tags/tag462.xml"/><Relationship Id="rId10" Type="http://schemas.openxmlformats.org/officeDocument/2006/relationships/image" Target="../media/image25.jpeg"/><Relationship Id="rId4" Type="http://schemas.openxmlformats.org/officeDocument/2006/relationships/tags" Target="../tags/tag461.xml"/><Relationship Id="rId9"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8" Type="http://schemas.openxmlformats.org/officeDocument/2006/relationships/tags" Target="../tags/tag473.xml"/><Relationship Id="rId3" Type="http://schemas.openxmlformats.org/officeDocument/2006/relationships/tags" Target="../tags/tag468.xml"/><Relationship Id="rId7" Type="http://schemas.openxmlformats.org/officeDocument/2006/relationships/tags" Target="../tags/tag472.xml"/><Relationship Id="rId2" Type="http://schemas.openxmlformats.org/officeDocument/2006/relationships/tags" Target="../tags/tag467.xml"/><Relationship Id="rId1" Type="http://schemas.openxmlformats.org/officeDocument/2006/relationships/tags" Target="../tags/tag466.xml"/><Relationship Id="rId6" Type="http://schemas.openxmlformats.org/officeDocument/2006/relationships/tags" Target="../tags/tag471.xml"/><Relationship Id="rId11" Type="http://schemas.openxmlformats.org/officeDocument/2006/relationships/image" Target="../media/image27.PNG"/><Relationship Id="rId5" Type="http://schemas.openxmlformats.org/officeDocument/2006/relationships/tags" Target="../tags/tag470.xml"/><Relationship Id="rId10" Type="http://schemas.openxmlformats.org/officeDocument/2006/relationships/image" Target="../media/image26.PNG"/><Relationship Id="rId4" Type="http://schemas.openxmlformats.org/officeDocument/2006/relationships/tags" Target="../tags/tag469.xml"/><Relationship Id="rId9"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tags" Target="../tags/tag476.xml"/><Relationship Id="rId2" Type="http://schemas.openxmlformats.org/officeDocument/2006/relationships/tags" Target="../tags/tag475.xml"/><Relationship Id="rId1" Type="http://schemas.openxmlformats.org/officeDocument/2006/relationships/tags" Target="../tags/tag474.xml"/><Relationship Id="rId5" Type="http://schemas.openxmlformats.org/officeDocument/2006/relationships/image" Target="../media/image21.png"/><Relationship Id="rId4"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8" Type="http://schemas.openxmlformats.org/officeDocument/2006/relationships/tags" Target="../tags/tag484.xml"/><Relationship Id="rId13" Type="http://schemas.openxmlformats.org/officeDocument/2006/relationships/image" Target="../media/image28.jpeg"/><Relationship Id="rId3" Type="http://schemas.openxmlformats.org/officeDocument/2006/relationships/tags" Target="../tags/tag479.xml"/><Relationship Id="rId7" Type="http://schemas.openxmlformats.org/officeDocument/2006/relationships/tags" Target="../tags/tag483.xml"/><Relationship Id="rId12" Type="http://schemas.openxmlformats.org/officeDocument/2006/relationships/slideLayout" Target="../slideLayouts/slideLayout24.xml"/><Relationship Id="rId2" Type="http://schemas.openxmlformats.org/officeDocument/2006/relationships/tags" Target="../tags/tag478.xml"/><Relationship Id="rId1" Type="http://schemas.openxmlformats.org/officeDocument/2006/relationships/tags" Target="../tags/tag477.xml"/><Relationship Id="rId6" Type="http://schemas.openxmlformats.org/officeDocument/2006/relationships/tags" Target="../tags/tag482.xml"/><Relationship Id="rId11" Type="http://schemas.openxmlformats.org/officeDocument/2006/relationships/tags" Target="../tags/tag487.xml"/><Relationship Id="rId5" Type="http://schemas.openxmlformats.org/officeDocument/2006/relationships/tags" Target="../tags/tag481.xml"/><Relationship Id="rId10" Type="http://schemas.openxmlformats.org/officeDocument/2006/relationships/tags" Target="../tags/tag486.xml"/><Relationship Id="rId4" Type="http://schemas.openxmlformats.org/officeDocument/2006/relationships/tags" Target="../tags/tag480.xml"/><Relationship Id="rId9" Type="http://schemas.openxmlformats.org/officeDocument/2006/relationships/tags" Target="../tags/tag485.xml"/><Relationship Id="rId14" Type="http://schemas.openxmlformats.org/officeDocument/2006/relationships/image" Target="../media/image29.jpeg"/></Relationships>
</file>

<file path=ppt/slides/_rels/slide9.xml.rels><?xml version="1.0" encoding="UTF-8" standalone="yes"?>
<Relationships xmlns="http://schemas.openxmlformats.org/package/2006/relationships"><Relationship Id="rId3" Type="http://schemas.openxmlformats.org/officeDocument/2006/relationships/tags" Target="../tags/tag490.xml"/><Relationship Id="rId2" Type="http://schemas.openxmlformats.org/officeDocument/2006/relationships/tags" Target="../tags/tag489.xml"/><Relationship Id="rId1" Type="http://schemas.openxmlformats.org/officeDocument/2006/relationships/tags" Target="../tags/tag488.xml"/><Relationship Id="rId5" Type="http://schemas.openxmlformats.org/officeDocument/2006/relationships/image" Target="../media/image21.png"/><Relationship Id="rId4"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8" Type="http://schemas.openxmlformats.org/officeDocument/2006/relationships/tags" Target="../tags/tag498.xml"/><Relationship Id="rId13" Type="http://schemas.openxmlformats.org/officeDocument/2006/relationships/tags" Target="../tags/tag503.xml"/><Relationship Id="rId3" Type="http://schemas.openxmlformats.org/officeDocument/2006/relationships/tags" Target="../tags/tag493.xml"/><Relationship Id="rId7" Type="http://schemas.openxmlformats.org/officeDocument/2006/relationships/tags" Target="../tags/tag497.xml"/><Relationship Id="rId12" Type="http://schemas.openxmlformats.org/officeDocument/2006/relationships/tags" Target="../tags/tag502.xml"/><Relationship Id="rId2" Type="http://schemas.openxmlformats.org/officeDocument/2006/relationships/tags" Target="../tags/tag492.xml"/><Relationship Id="rId1" Type="http://schemas.openxmlformats.org/officeDocument/2006/relationships/tags" Target="../tags/tag491.xml"/><Relationship Id="rId6" Type="http://schemas.openxmlformats.org/officeDocument/2006/relationships/tags" Target="../tags/tag496.xml"/><Relationship Id="rId11" Type="http://schemas.openxmlformats.org/officeDocument/2006/relationships/tags" Target="../tags/tag501.xml"/><Relationship Id="rId5" Type="http://schemas.openxmlformats.org/officeDocument/2006/relationships/tags" Target="../tags/tag495.xml"/><Relationship Id="rId15" Type="http://schemas.openxmlformats.org/officeDocument/2006/relationships/slideLayout" Target="../slideLayouts/slideLayout22.xml"/><Relationship Id="rId10" Type="http://schemas.openxmlformats.org/officeDocument/2006/relationships/tags" Target="../tags/tag500.xml"/><Relationship Id="rId4" Type="http://schemas.openxmlformats.org/officeDocument/2006/relationships/tags" Target="../tags/tag494.xml"/><Relationship Id="rId9" Type="http://schemas.openxmlformats.org/officeDocument/2006/relationships/tags" Target="../tags/tag499.xml"/><Relationship Id="rId14" Type="http://schemas.openxmlformats.org/officeDocument/2006/relationships/tags" Target="../tags/tag504.xml"/></Relationships>
</file>

<file path=ppt/slides/_rels/slide11.xml.rels><?xml version="1.0" encoding="UTF-8" standalone="yes"?>
<Relationships xmlns="http://schemas.openxmlformats.org/package/2006/relationships"><Relationship Id="rId8" Type="http://schemas.openxmlformats.org/officeDocument/2006/relationships/tags" Target="../tags/tag512.xml"/><Relationship Id="rId13" Type="http://schemas.openxmlformats.org/officeDocument/2006/relationships/tags" Target="../tags/tag517.xml"/><Relationship Id="rId18" Type="http://schemas.openxmlformats.org/officeDocument/2006/relationships/tags" Target="../tags/tag522.xml"/><Relationship Id="rId3" Type="http://schemas.openxmlformats.org/officeDocument/2006/relationships/tags" Target="../tags/tag507.xml"/><Relationship Id="rId21" Type="http://schemas.openxmlformats.org/officeDocument/2006/relationships/image" Target="../media/image31.jpeg"/><Relationship Id="rId7" Type="http://schemas.openxmlformats.org/officeDocument/2006/relationships/tags" Target="../tags/tag511.xml"/><Relationship Id="rId12" Type="http://schemas.openxmlformats.org/officeDocument/2006/relationships/tags" Target="../tags/tag516.xml"/><Relationship Id="rId17" Type="http://schemas.openxmlformats.org/officeDocument/2006/relationships/tags" Target="../tags/tag521.xml"/><Relationship Id="rId2" Type="http://schemas.openxmlformats.org/officeDocument/2006/relationships/tags" Target="../tags/tag506.xml"/><Relationship Id="rId16" Type="http://schemas.openxmlformats.org/officeDocument/2006/relationships/tags" Target="../tags/tag520.xml"/><Relationship Id="rId20" Type="http://schemas.openxmlformats.org/officeDocument/2006/relationships/image" Target="../media/image30.jpeg"/><Relationship Id="rId1" Type="http://schemas.openxmlformats.org/officeDocument/2006/relationships/tags" Target="../tags/tag505.xml"/><Relationship Id="rId6" Type="http://schemas.openxmlformats.org/officeDocument/2006/relationships/tags" Target="../tags/tag510.xml"/><Relationship Id="rId11" Type="http://schemas.openxmlformats.org/officeDocument/2006/relationships/tags" Target="../tags/tag515.xml"/><Relationship Id="rId5" Type="http://schemas.openxmlformats.org/officeDocument/2006/relationships/tags" Target="../tags/tag509.xml"/><Relationship Id="rId15" Type="http://schemas.openxmlformats.org/officeDocument/2006/relationships/tags" Target="../tags/tag519.xml"/><Relationship Id="rId23" Type="http://schemas.openxmlformats.org/officeDocument/2006/relationships/image" Target="../media/image33.jpeg"/><Relationship Id="rId10" Type="http://schemas.openxmlformats.org/officeDocument/2006/relationships/tags" Target="../tags/tag514.xml"/><Relationship Id="rId19" Type="http://schemas.openxmlformats.org/officeDocument/2006/relationships/slideLayout" Target="../slideLayouts/slideLayout21.xml"/><Relationship Id="rId4" Type="http://schemas.openxmlformats.org/officeDocument/2006/relationships/tags" Target="../tags/tag508.xml"/><Relationship Id="rId9" Type="http://schemas.openxmlformats.org/officeDocument/2006/relationships/tags" Target="../tags/tag513.xml"/><Relationship Id="rId14" Type="http://schemas.openxmlformats.org/officeDocument/2006/relationships/tags" Target="../tags/tag518.xml"/><Relationship Id="rId22" Type="http://schemas.openxmlformats.org/officeDocument/2006/relationships/image" Target="../media/image32.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tags" Target="../tags/tag525.xml"/><Relationship Id="rId2" Type="http://schemas.openxmlformats.org/officeDocument/2006/relationships/tags" Target="../tags/tag524.xml"/><Relationship Id="rId1" Type="http://schemas.openxmlformats.org/officeDocument/2006/relationships/tags" Target="../tags/tag523.xml"/><Relationship Id="rId5" Type="http://schemas.openxmlformats.org/officeDocument/2006/relationships/image" Target="../media/image21.png"/><Relationship Id="rId4"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8" Type="http://schemas.openxmlformats.org/officeDocument/2006/relationships/tags" Target="../tags/tag533.xml"/><Relationship Id="rId13" Type="http://schemas.openxmlformats.org/officeDocument/2006/relationships/tags" Target="../tags/tag538.xml"/><Relationship Id="rId18" Type="http://schemas.openxmlformats.org/officeDocument/2006/relationships/tags" Target="../tags/tag543.xml"/><Relationship Id="rId26" Type="http://schemas.openxmlformats.org/officeDocument/2006/relationships/image" Target="../media/image36.png"/><Relationship Id="rId3" Type="http://schemas.openxmlformats.org/officeDocument/2006/relationships/tags" Target="../tags/tag528.xml"/><Relationship Id="rId21" Type="http://schemas.openxmlformats.org/officeDocument/2006/relationships/tags" Target="../tags/tag546.xml"/><Relationship Id="rId7" Type="http://schemas.openxmlformats.org/officeDocument/2006/relationships/tags" Target="../tags/tag532.xml"/><Relationship Id="rId12" Type="http://schemas.openxmlformats.org/officeDocument/2006/relationships/tags" Target="../tags/tag537.xml"/><Relationship Id="rId17" Type="http://schemas.openxmlformats.org/officeDocument/2006/relationships/tags" Target="../tags/tag542.xml"/><Relationship Id="rId25" Type="http://schemas.openxmlformats.org/officeDocument/2006/relationships/image" Target="../media/image35.svg"/><Relationship Id="rId2" Type="http://schemas.openxmlformats.org/officeDocument/2006/relationships/tags" Target="../tags/tag527.xml"/><Relationship Id="rId16" Type="http://schemas.openxmlformats.org/officeDocument/2006/relationships/tags" Target="../tags/tag541.xml"/><Relationship Id="rId20" Type="http://schemas.openxmlformats.org/officeDocument/2006/relationships/tags" Target="../tags/tag545.xml"/><Relationship Id="rId29" Type="http://schemas.openxmlformats.org/officeDocument/2006/relationships/image" Target="../media/image39.svg"/><Relationship Id="rId1" Type="http://schemas.openxmlformats.org/officeDocument/2006/relationships/tags" Target="../tags/tag526.xml"/><Relationship Id="rId6" Type="http://schemas.openxmlformats.org/officeDocument/2006/relationships/tags" Target="../tags/tag531.xml"/><Relationship Id="rId11" Type="http://schemas.openxmlformats.org/officeDocument/2006/relationships/tags" Target="../tags/tag536.xml"/><Relationship Id="rId24" Type="http://schemas.openxmlformats.org/officeDocument/2006/relationships/image" Target="../media/image34.png"/><Relationship Id="rId5" Type="http://schemas.openxmlformats.org/officeDocument/2006/relationships/tags" Target="../tags/tag530.xml"/><Relationship Id="rId15" Type="http://schemas.openxmlformats.org/officeDocument/2006/relationships/tags" Target="../tags/tag540.xml"/><Relationship Id="rId23" Type="http://schemas.openxmlformats.org/officeDocument/2006/relationships/slideLayout" Target="../slideLayouts/slideLayout19.xml"/><Relationship Id="rId28" Type="http://schemas.openxmlformats.org/officeDocument/2006/relationships/image" Target="../media/image38.png"/><Relationship Id="rId10" Type="http://schemas.openxmlformats.org/officeDocument/2006/relationships/tags" Target="../tags/tag535.xml"/><Relationship Id="rId19" Type="http://schemas.openxmlformats.org/officeDocument/2006/relationships/tags" Target="../tags/tag544.xml"/><Relationship Id="rId31" Type="http://schemas.openxmlformats.org/officeDocument/2006/relationships/image" Target="../media/image41.svg"/><Relationship Id="rId4" Type="http://schemas.openxmlformats.org/officeDocument/2006/relationships/tags" Target="../tags/tag529.xml"/><Relationship Id="rId9" Type="http://schemas.openxmlformats.org/officeDocument/2006/relationships/tags" Target="../tags/tag534.xml"/><Relationship Id="rId14" Type="http://schemas.openxmlformats.org/officeDocument/2006/relationships/tags" Target="../tags/tag539.xml"/><Relationship Id="rId22" Type="http://schemas.openxmlformats.org/officeDocument/2006/relationships/tags" Target="../tags/tag547.xml"/><Relationship Id="rId27" Type="http://schemas.openxmlformats.org/officeDocument/2006/relationships/image" Target="../media/image37.svg"/><Relationship Id="rId30"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tags" Target="../tags/tag550.xml"/><Relationship Id="rId2" Type="http://schemas.openxmlformats.org/officeDocument/2006/relationships/tags" Target="../tags/tag549.xml"/><Relationship Id="rId1" Type="http://schemas.openxmlformats.org/officeDocument/2006/relationships/tags" Target="../tags/tag548.xml"/><Relationship Id="rId5" Type="http://schemas.openxmlformats.org/officeDocument/2006/relationships/image" Target="../media/image21.png"/><Relationship Id="rId4"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8" Type="http://schemas.openxmlformats.org/officeDocument/2006/relationships/tags" Target="../tags/tag558.xml"/><Relationship Id="rId13" Type="http://schemas.openxmlformats.org/officeDocument/2006/relationships/tags" Target="../tags/tag563.xml"/><Relationship Id="rId18" Type="http://schemas.openxmlformats.org/officeDocument/2006/relationships/tags" Target="../tags/tag568.xml"/><Relationship Id="rId3" Type="http://schemas.openxmlformats.org/officeDocument/2006/relationships/tags" Target="../tags/tag553.xml"/><Relationship Id="rId7" Type="http://schemas.openxmlformats.org/officeDocument/2006/relationships/tags" Target="../tags/tag557.xml"/><Relationship Id="rId12" Type="http://schemas.openxmlformats.org/officeDocument/2006/relationships/tags" Target="../tags/tag562.xml"/><Relationship Id="rId17" Type="http://schemas.openxmlformats.org/officeDocument/2006/relationships/tags" Target="../tags/tag567.xml"/><Relationship Id="rId2" Type="http://schemas.openxmlformats.org/officeDocument/2006/relationships/tags" Target="../tags/tag552.xml"/><Relationship Id="rId16" Type="http://schemas.openxmlformats.org/officeDocument/2006/relationships/tags" Target="../tags/tag566.xml"/><Relationship Id="rId1" Type="http://schemas.openxmlformats.org/officeDocument/2006/relationships/tags" Target="../tags/tag551.xml"/><Relationship Id="rId6" Type="http://schemas.openxmlformats.org/officeDocument/2006/relationships/tags" Target="../tags/tag556.xml"/><Relationship Id="rId11" Type="http://schemas.openxmlformats.org/officeDocument/2006/relationships/tags" Target="../tags/tag561.xml"/><Relationship Id="rId5" Type="http://schemas.openxmlformats.org/officeDocument/2006/relationships/tags" Target="../tags/tag555.xml"/><Relationship Id="rId15" Type="http://schemas.openxmlformats.org/officeDocument/2006/relationships/tags" Target="../tags/tag565.xml"/><Relationship Id="rId10" Type="http://schemas.openxmlformats.org/officeDocument/2006/relationships/tags" Target="../tags/tag560.xml"/><Relationship Id="rId19" Type="http://schemas.openxmlformats.org/officeDocument/2006/relationships/slideLayout" Target="../slideLayouts/slideLayout18.xml"/><Relationship Id="rId4" Type="http://schemas.openxmlformats.org/officeDocument/2006/relationships/tags" Target="../tags/tag554.xml"/><Relationship Id="rId9" Type="http://schemas.openxmlformats.org/officeDocument/2006/relationships/tags" Target="../tags/tag559.xml"/><Relationship Id="rId14" Type="http://schemas.openxmlformats.org/officeDocument/2006/relationships/tags" Target="../tags/tag564.xml"/></Relationships>
</file>

<file path=ppt/slides/_rels/slide17.xml.rels><?xml version="1.0" encoding="UTF-8" standalone="yes"?>
<Relationships xmlns="http://schemas.openxmlformats.org/package/2006/relationships"><Relationship Id="rId8" Type="http://schemas.openxmlformats.org/officeDocument/2006/relationships/tags" Target="../tags/tag576.xml"/><Relationship Id="rId13" Type="http://schemas.openxmlformats.org/officeDocument/2006/relationships/image" Target="../media/image42.jpeg"/><Relationship Id="rId3" Type="http://schemas.openxmlformats.org/officeDocument/2006/relationships/tags" Target="../tags/tag571.xml"/><Relationship Id="rId7" Type="http://schemas.openxmlformats.org/officeDocument/2006/relationships/tags" Target="../tags/tag575.xml"/><Relationship Id="rId12" Type="http://schemas.openxmlformats.org/officeDocument/2006/relationships/slideLayout" Target="../slideLayouts/slideLayout17.xml"/><Relationship Id="rId2" Type="http://schemas.openxmlformats.org/officeDocument/2006/relationships/tags" Target="../tags/tag570.xml"/><Relationship Id="rId1" Type="http://schemas.openxmlformats.org/officeDocument/2006/relationships/tags" Target="../tags/tag569.xml"/><Relationship Id="rId6" Type="http://schemas.openxmlformats.org/officeDocument/2006/relationships/tags" Target="../tags/tag574.xml"/><Relationship Id="rId11" Type="http://schemas.openxmlformats.org/officeDocument/2006/relationships/tags" Target="../tags/tag579.xml"/><Relationship Id="rId5" Type="http://schemas.openxmlformats.org/officeDocument/2006/relationships/tags" Target="../tags/tag573.xml"/><Relationship Id="rId10" Type="http://schemas.openxmlformats.org/officeDocument/2006/relationships/tags" Target="../tags/tag578.xml"/><Relationship Id="rId4" Type="http://schemas.openxmlformats.org/officeDocument/2006/relationships/tags" Target="../tags/tag572.xml"/><Relationship Id="rId9" Type="http://schemas.openxmlformats.org/officeDocument/2006/relationships/tags" Target="../tags/tag577.xml"/></Relationships>
</file>

<file path=ppt/slides/_rels/slide18.xml.rels><?xml version="1.0" encoding="UTF-8" standalone="yes"?>
<Relationships xmlns="http://schemas.openxmlformats.org/package/2006/relationships"><Relationship Id="rId3" Type="http://schemas.openxmlformats.org/officeDocument/2006/relationships/tags" Target="../tags/tag582.xml"/><Relationship Id="rId2" Type="http://schemas.openxmlformats.org/officeDocument/2006/relationships/tags" Target="../tags/tag581.xml"/><Relationship Id="rId1" Type="http://schemas.openxmlformats.org/officeDocument/2006/relationships/tags" Target="../tags/tag580.xml"/><Relationship Id="rId5" Type="http://schemas.openxmlformats.org/officeDocument/2006/relationships/image" Target="../media/image21.png"/><Relationship Id="rId4" Type="http://schemas.openxmlformats.org/officeDocument/2006/relationships/slideLayout" Target="../slideLayouts/slideLayout38.xml"/></Relationships>
</file>

<file path=ppt/slides/_rels/slide19.xml.rels><?xml version="1.0" encoding="UTF-8" standalone="yes"?>
<Relationships xmlns="http://schemas.openxmlformats.org/package/2006/relationships"><Relationship Id="rId8" Type="http://schemas.openxmlformats.org/officeDocument/2006/relationships/tags" Target="../tags/tag590.xml"/><Relationship Id="rId13" Type="http://schemas.openxmlformats.org/officeDocument/2006/relationships/video" Target="../media/media1.mp4"/><Relationship Id="rId3" Type="http://schemas.openxmlformats.org/officeDocument/2006/relationships/tags" Target="../tags/tag585.xml"/><Relationship Id="rId7" Type="http://schemas.openxmlformats.org/officeDocument/2006/relationships/tags" Target="../tags/tag589.xml"/><Relationship Id="rId12" Type="http://schemas.microsoft.com/office/2007/relationships/media" Target="../media/media1.mp4"/><Relationship Id="rId2" Type="http://schemas.openxmlformats.org/officeDocument/2006/relationships/tags" Target="../tags/tag584.xml"/><Relationship Id="rId1" Type="http://schemas.openxmlformats.org/officeDocument/2006/relationships/tags" Target="../tags/tag583.xml"/><Relationship Id="rId6" Type="http://schemas.openxmlformats.org/officeDocument/2006/relationships/tags" Target="../tags/tag588.xml"/><Relationship Id="rId11" Type="http://schemas.openxmlformats.org/officeDocument/2006/relationships/tags" Target="../tags/tag593.xml"/><Relationship Id="rId5" Type="http://schemas.openxmlformats.org/officeDocument/2006/relationships/tags" Target="../tags/tag587.xml"/><Relationship Id="rId15" Type="http://schemas.openxmlformats.org/officeDocument/2006/relationships/image" Target="../media/image43.png"/><Relationship Id="rId10" Type="http://schemas.openxmlformats.org/officeDocument/2006/relationships/tags" Target="../tags/tag592.xml"/><Relationship Id="rId4" Type="http://schemas.openxmlformats.org/officeDocument/2006/relationships/tags" Target="../tags/tag586.xml"/><Relationship Id="rId9" Type="http://schemas.openxmlformats.org/officeDocument/2006/relationships/tags" Target="../tags/tag591.xml"/><Relationship Id="rId14"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tags" Target="../tags/tag596.xml"/><Relationship Id="rId2" Type="http://schemas.openxmlformats.org/officeDocument/2006/relationships/tags" Target="../tags/tag595.xml"/><Relationship Id="rId1" Type="http://schemas.openxmlformats.org/officeDocument/2006/relationships/tags" Target="../tags/tag594.xml"/><Relationship Id="rId5" Type="http://schemas.openxmlformats.org/officeDocument/2006/relationships/image" Target="../media/image21.png"/><Relationship Id="rId4"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8" Type="http://schemas.openxmlformats.org/officeDocument/2006/relationships/tags" Target="../tags/tag604.xml"/><Relationship Id="rId3" Type="http://schemas.openxmlformats.org/officeDocument/2006/relationships/tags" Target="../tags/tag599.xml"/><Relationship Id="rId7" Type="http://schemas.openxmlformats.org/officeDocument/2006/relationships/tags" Target="../tags/tag603.xml"/><Relationship Id="rId12" Type="http://schemas.openxmlformats.org/officeDocument/2006/relationships/image" Target="../media/image46.png"/><Relationship Id="rId2" Type="http://schemas.openxmlformats.org/officeDocument/2006/relationships/tags" Target="../tags/tag598.xml"/><Relationship Id="rId1" Type="http://schemas.openxmlformats.org/officeDocument/2006/relationships/tags" Target="../tags/tag597.xml"/><Relationship Id="rId6" Type="http://schemas.openxmlformats.org/officeDocument/2006/relationships/tags" Target="../tags/tag602.xml"/><Relationship Id="rId11" Type="http://schemas.openxmlformats.org/officeDocument/2006/relationships/image" Target="../media/image45.jpeg"/><Relationship Id="rId5" Type="http://schemas.openxmlformats.org/officeDocument/2006/relationships/tags" Target="../tags/tag601.xml"/><Relationship Id="rId10" Type="http://schemas.openxmlformats.org/officeDocument/2006/relationships/slideLayout" Target="../slideLayouts/slideLayout12.xml"/><Relationship Id="rId4" Type="http://schemas.openxmlformats.org/officeDocument/2006/relationships/tags" Target="../tags/tag600.xml"/><Relationship Id="rId9" Type="http://schemas.openxmlformats.org/officeDocument/2006/relationships/tags" Target="../tags/tag605.xml"/></Relationships>
</file>

<file path=ppt/slides/_rels/slide23.xml.rels><?xml version="1.0" encoding="UTF-8" standalone="yes"?>
<Relationships xmlns="http://schemas.openxmlformats.org/package/2006/relationships"><Relationship Id="rId3" Type="http://schemas.openxmlformats.org/officeDocument/2006/relationships/tags" Target="../tags/tag608.xml"/><Relationship Id="rId2" Type="http://schemas.openxmlformats.org/officeDocument/2006/relationships/tags" Target="../tags/tag607.xml"/><Relationship Id="rId1" Type="http://schemas.openxmlformats.org/officeDocument/2006/relationships/tags" Target="../tags/tag606.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3"/>
          <p:cNvSpPr>
            <a:spLocks noGrp="1"/>
          </p:cNvSpPr>
          <p:nvPr>
            <p:ph type="ctrTitle" idx="16387"/>
            <p:custDataLst>
              <p:tags r:id="rId2"/>
            </p:custDataLst>
          </p:nvPr>
        </p:nvSpPr>
        <p:spPr>
          <a:xfrm>
            <a:off x="1890977" y="2098040"/>
            <a:ext cx="8384646" cy="1879600"/>
          </a:xfrm>
        </p:spPr>
        <p:txBody>
          <a:bodyPr>
            <a:normAutofit/>
          </a:bodyPr>
          <a:lstStyle/>
          <a:p>
            <a:r>
              <a:rPr lang="zh-CN" altLang="en-US" dirty="0"/>
              <a:t>便携式脑机协同控制系统研发</a:t>
            </a:r>
          </a:p>
        </p:txBody>
      </p:sp>
      <p:sp>
        <p:nvSpPr>
          <p:cNvPr id="4" name="署名占位符 10"/>
          <p:cNvSpPr>
            <a:spLocks noGrp="1"/>
          </p:cNvSpPr>
          <p:nvPr>
            <p:ph type="body" sz="quarter" idx="16389"/>
            <p:custDataLst>
              <p:tags r:id="rId3"/>
            </p:custDataLst>
          </p:nvPr>
        </p:nvSpPr>
        <p:spPr>
          <a:xfrm>
            <a:off x="4521741" y="4224020"/>
            <a:ext cx="3148518" cy="969772"/>
          </a:xfrm>
        </p:spPr>
        <p:txBody>
          <a:bodyPr>
            <a:normAutofit/>
          </a:bodyPr>
          <a:lstStyle/>
          <a:p>
            <a:r>
              <a:rPr lang="zh-CN" altLang="en-US" dirty="0"/>
              <a:t>汇报人: 谢沛延</a:t>
            </a:r>
            <a:endParaRPr lang="en-US" altLang="zh-CN" dirty="0"/>
          </a:p>
          <a:p>
            <a:r>
              <a:rPr lang="zh-CN" altLang="en-US" dirty="0"/>
              <a:t>指导老师：龚晓亮</a:t>
            </a:r>
          </a:p>
        </p:txBody>
      </p:sp>
      <p:pic>
        <p:nvPicPr>
          <p:cNvPr id="10" name="图片 9">
            <a:extLst>
              <a:ext uri="{FF2B5EF4-FFF2-40B4-BE49-F238E27FC236}">
                <a16:creationId xmlns:a16="http://schemas.microsoft.com/office/drawing/2014/main" id="{5CD492D6-2E49-696A-A732-6A8B4D2EE48A}"/>
              </a:ext>
            </a:extLst>
          </p:cNvPr>
          <p:cNvPicPr>
            <a:picLocks noChangeAspect="1"/>
          </p:cNvPicPr>
          <p:nvPr/>
        </p:nvPicPr>
        <p:blipFill>
          <a:blip r:embed="rId5">
            <a:duotone>
              <a:prstClr val="black"/>
              <a:srgbClr val="223973">
                <a:tint val="45000"/>
                <a:satMod val="400000"/>
              </a:srgbClr>
            </a:duotone>
            <a:extLst>
              <a:ext uri="{28A0092B-C50C-407E-A947-70E740481C1C}">
                <a14:useLocalDpi xmlns:a14="http://schemas.microsoft.com/office/drawing/2010/main" val="0"/>
              </a:ext>
            </a:extLst>
          </a:blip>
          <a:stretch>
            <a:fillRect/>
          </a:stretch>
        </p:blipFill>
        <p:spPr>
          <a:xfrm>
            <a:off x="1276003" y="200774"/>
            <a:ext cx="7772400" cy="1075279"/>
          </a:xfrm>
          <a:prstGeom prst="rect">
            <a:avLst/>
          </a:prstGeom>
        </p:spPr>
      </p:pic>
      <p:pic>
        <p:nvPicPr>
          <p:cNvPr id="11" name="图片 10">
            <a:extLst>
              <a:ext uri="{FF2B5EF4-FFF2-40B4-BE49-F238E27FC236}">
                <a16:creationId xmlns:a16="http://schemas.microsoft.com/office/drawing/2014/main" id="{44B5D22B-94F9-A151-0F4C-94D41DE2175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76003" y="230414"/>
            <a:ext cx="7343916" cy="1016000"/>
          </a:xfrm>
          <a:prstGeom prst="rect">
            <a:avLst/>
          </a:prstGeom>
        </p:spPr>
      </p:pic>
    </p:spTree>
    <p:custDataLst>
      <p:tags r:id="rId1"/>
    </p:custData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6386"/>
            <p:custDataLst>
              <p:tags r:id="rId2"/>
            </p:custDataLst>
          </p:nvPr>
        </p:nvSpPr>
        <p:spPr/>
        <p:txBody>
          <a:bodyPr/>
          <a:lstStyle/>
          <a:p>
            <a:pPr algn="ctr">
              <a:lnSpc>
                <a:spcPct val="125000"/>
              </a:lnSpc>
            </a:pPr>
            <a:r>
              <a:rPr lang="zh-CN" altLang="en-US"/>
              <a:t>CONTENTS</a:t>
            </a:r>
          </a:p>
        </p:txBody>
      </p:sp>
      <p:sp>
        <p:nvSpPr>
          <p:cNvPr id="3" name="标题 2"/>
          <p:cNvSpPr>
            <a:spLocks noGrp="1"/>
          </p:cNvSpPr>
          <p:nvPr>
            <p:ph type="ctrTitle" idx="16385"/>
            <p:custDataLst>
              <p:tags r:id="rId3"/>
            </p:custDataLst>
          </p:nvPr>
        </p:nvSpPr>
        <p:spPr/>
        <p:txBody>
          <a:bodyPr>
            <a:normAutofit/>
          </a:bodyPr>
          <a:lstStyle/>
          <a:p>
            <a:pPr algn="ctr">
              <a:lnSpc>
                <a:spcPct val="104000"/>
              </a:lnSpc>
            </a:pPr>
            <a:r>
              <a:rPr lang="zh-CN" altLang="en-US" dirty="0"/>
              <a:t>目录</a:t>
            </a:r>
          </a:p>
        </p:txBody>
      </p:sp>
      <p:sp>
        <p:nvSpPr>
          <p:cNvPr id="4" name="文本占位符 3"/>
          <p:cNvSpPr>
            <a:spLocks noGrp="1"/>
          </p:cNvSpPr>
          <p:nvPr>
            <p:ph type="body" idx="16388"/>
            <p:custDataLst>
              <p:tags r:id="rId4"/>
            </p:custDataLst>
          </p:nvPr>
        </p:nvSpPr>
        <p:spPr>
          <a:xfrm>
            <a:off x="3924300" y="685800"/>
            <a:ext cx="596900" cy="508000"/>
          </a:xfrm>
        </p:spPr>
        <p:txBody>
          <a:bodyPr/>
          <a:lstStyle/>
          <a:p>
            <a:pPr algn="ctr">
              <a:lnSpc>
                <a:spcPct val="109000"/>
              </a:lnSpc>
            </a:pPr>
            <a:r>
              <a:rPr lang="en-US" altLang="en-US"/>
              <a:t>01</a:t>
            </a:r>
          </a:p>
        </p:txBody>
      </p:sp>
      <p:sp>
        <p:nvSpPr>
          <p:cNvPr id="5" name="装饰  9"/>
          <p:cNvSpPr>
            <a:spLocks noGrp="1"/>
          </p:cNvSpPr>
          <p:nvPr>
            <p:ph type="body" idx="16395"/>
            <p:custDataLst>
              <p:tags r:id="rId5"/>
            </p:custDataLst>
          </p:nvPr>
        </p:nvSpPr>
        <p:spPr>
          <a:xfrm>
            <a:off x="4705350" y="609600"/>
            <a:ext cx="25400" cy="762000"/>
          </a:xfrm>
        </p:spPr>
        <p:txBody>
          <a:bodyPr/>
          <a:lstStyle/>
          <a:p>
            <a:r>
              <a:rPr lang="zh-CN" altLang="en-US"/>
              <a:t> </a:t>
            </a:r>
          </a:p>
        </p:txBody>
      </p:sp>
      <p:sp>
        <p:nvSpPr>
          <p:cNvPr id="6" name="文本占位符 5"/>
          <p:cNvSpPr>
            <a:spLocks noGrp="1"/>
          </p:cNvSpPr>
          <p:nvPr>
            <p:ph type="body" idx="16387"/>
            <p:custDataLst>
              <p:tags r:id="rId6"/>
            </p:custDataLst>
          </p:nvPr>
        </p:nvSpPr>
        <p:spPr>
          <a:xfrm>
            <a:off x="4933950" y="533400"/>
            <a:ext cx="2324100" cy="914400"/>
          </a:xfrm>
        </p:spPr>
        <p:txBody>
          <a:bodyPr>
            <a:normAutofit/>
          </a:bodyPr>
          <a:lstStyle/>
          <a:p>
            <a:pPr algn="l">
              <a:lnSpc>
                <a:spcPct val="118000"/>
              </a:lnSpc>
            </a:pPr>
            <a:r>
              <a:rPr lang="zh-CN" altLang="en-US" b="1" dirty="0"/>
              <a:t>研究背景与意义</a:t>
            </a:r>
          </a:p>
        </p:txBody>
      </p:sp>
      <p:sp>
        <p:nvSpPr>
          <p:cNvPr id="7" name="文本占位符 6"/>
          <p:cNvSpPr>
            <a:spLocks noGrp="1"/>
          </p:cNvSpPr>
          <p:nvPr>
            <p:ph type="body" idx="16390"/>
            <p:custDataLst>
              <p:tags r:id="rId7"/>
            </p:custDataLst>
          </p:nvPr>
        </p:nvSpPr>
        <p:spPr>
          <a:xfrm>
            <a:off x="7848600" y="685800"/>
            <a:ext cx="596900" cy="508000"/>
          </a:xfrm>
        </p:spPr>
        <p:txBody>
          <a:bodyPr/>
          <a:lstStyle/>
          <a:p>
            <a:pPr algn="ctr">
              <a:lnSpc>
                <a:spcPct val="109000"/>
              </a:lnSpc>
            </a:pPr>
            <a:r>
              <a:rPr lang="en-US" altLang="en-US" dirty="0"/>
              <a:t>0</a:t>
            </a:r>
            <a:r>
              <a:rPr lang="en-US" altLang="zh-CN" dirty="0"/>
              <a:t>5</a:t>
            </a:r>
            <a:endParaRPr lang="en-US" altLang="en-US" dirty="0"/>
          </a:p>
        </p:txBody>
      </p:sp>
      <p:sp>
        <p:nvSpPr>
          <p:cNvPr id="8" name="装饰  5"/>
          <p:cNvSpPr>
            <a:spLocks noGrp="1"/>
          </p:cNvSpPr>
          <p:nvPr>
            <p:ph type="body" idx="16396"/>
            <p:custDataLst>
              <p:tags r:id="rId8"/>
            </p:custDataLst>
          </p:nvPr>
        </p:nvSpPr>
        <p:spPr>
          <a:xfrm>
            <a:off x="8629650" y="609600"/>
            <a:ext cx="25400" cy="762000"/>
          </a:xfrm>
        </p:spPr>
        <p:txBody>
          <a:bodyPr/>
          <a:lstStyle/>
          <a:p>
            <a:r>
              <a:rPr lang="zh-CN" altLang="en-US"/>
              <a:t> </a:t>
            </a:r>
          </a:p>
        </p:txBody>
      </p:sp>
      <p:sp>
        <p:nvSpPr>
          <p:cNvPr id="9" name="文本占位符 8"/>
          <p:cNvSpPr>
            <a:spLocks noGrp="1"/>
          </p:cNvSpPr>
          <p:nvPr>
            <p:ph type="body" idx="16389"/>
            <p:custDataLst>
              <p:tags r:id="rId9"/>
            </p:custDataLst>
          </p:nvPr>
        </p:nvSpPr>
        <p:spPr>
          <a:xfrm>
            <a:off x="8858250" y="533400"/>
            <a:ext cx="2324100" cy="914400"/>
          </a:xfrm>
        </p:spPr>
        <p:txBody>
          <a:bodyPr>
            <a:normAutofit/>
          </a:bodyPr>
          <a:lstStyle/>
          <a:p>
            <a:pPr algn="l">
              <a:lnSpc>
                <a:spcPct val="118000"/>
              </a:lnSpc>
            </a:pPr>
            <a:r>
              <a:rPr lang="zh-CN" altLang="en-US" b="1" dirty="0"/>
              <a:t>当前研究进度</a:t>
            </a:r>
          </a:p>
        </p:txBody>
      </p:sp>
      <p:sp>
        <p:nvSpPr>
          <p:cNvPr id="10" name="文本占位符 9"/>
          <p:cNvSpPr>
            <a:spLocks noGrp="1"/>
          </p:cNvSpPr>
          <p:nvPr>
            <p:ph type="body" idx="16392"/>
            <p:custDataLst>
              <p:tags r:id="rId10"/>
            </p:custDataLst>
          </p:nvPr>
        </p:nvSpPr>
        <p:spPr>
          <a:xfrm>
            <a:off x="3924300" y="2362200"/>
            <a:ext cx="596900" cy="508000"/>
          </a:xfrm>
        </p:spPr>
        <p:txBody>
          <a:bodyPr/>
          <a:lstStyle/>
          <a:p>
            <a:pPr algn="ctr">
              <a:lnSpc>
                <a:spcPct val="109000"/>
              </a:lnSpc>
            </a:pPr>
            <a:r>
              <a:rPr lang="en-US" altLang="en-US" dirty="0"/>
              <a:t>0</a:t>
            </a:r>
            <a:r>
              <a:rPr lang="en-US" altLang="zh-CN" dirty="0"/>
              <a:t>2</a:t>
            </a:r>
            <a:endParaRPr lang="en-US" altLang="en-US" dirty="0"/>
          </a:p>
        </p:txBody>
      </p:sp>
      <p:sp>
        <p:nvSpPr>
          <p:cNvPr id="11" name="装饰  8"/>
          <p:cNvSpPr>
            <a:spLocks noGrp="1"/>
          </p:cNvSpPr>
          <p:nvPr>
            <p:ph type="body" idx="16397"/>
            <p:custDataLst>
              <p:tags r:id="rId11"/>
            </p:custDataLst>
          </p:nvPr>
        </p:nvSpPr>
        <p:spPr>
          <a:xfrm>
            <a:off x="4705350" y="2286000"/>
            <a:ext cx="25400" cy="762000"/>
          </a:xfrm>
        </p:spPr>
        <p:txBody>
          <a:bodyPr/>
          <a:lstStyle/>
          <a:p>
            <a:r>
              <a:rPr lang="zh-CN" altLang="en-US"/>
              <a:t> </a:t>
            </a:r>
          </a:p>
        </p:txBody>
      </p:sp>
      <p:sp>
        <p:nvSpPr>
          <p:cNvPr id="12" name="文本占位符 11"/>
          <p:cNvSpPr>
            <a:spLocks noGrp="1"/>
          </p:cNvSpPr>
          <p:nvPr>
            <p:ph type="body" idx="16391"/>
            <p:custDataLst>
              <p:tags r:id="rId12"/>
            </p:custDataLst>
          </p:nvPr>
        </p:nvSpPr>
        <p:spPr>
          <a:xfrm>
            <a:off x="4933950" y="2209800"/>
            <a:ext cx="2324100" cy="914400"/>
          </a:xfrm>
        </p:spPr>
        <p:txBody>
          <a:bodyPr>
            <a:normAutofit/>
          </a:bodyPr>
          <a:lstStyle/>
          <a:p>
            <a:pPr algn="l">
              <a:lnSpc>
                <a:spcPct val="118000"/>
              </a:lnSpc>
            </a:pPr>
            <a:r>
              <a:rPr lang="zh-CN" altLang="en-US" b="1" dirty="0"/>
              <a:t>研究方法</a:t>
            </a:r>
          </a:p>
        </p:txBody>
      </p:sp>
      <p:sp>
        <p:nvSpPr>
          <p:cNvPr id="13" name="文本占位符 12"/>
          <p:cNvSpPr>
            <a:spLocks noGrp="1"/>
          </p:cNvSpPr>
          <p:nvPr>
            <p:ph type="body" idx="16394"/>
            <p:custDataLst>
              <p:tags r:id="rId13"/>
            </p:custDataLst>
          </p:nvPr>
        </p:nvSpPr>
        <p:spPr>
          <a:xfrm>
            <a:off x="7848600" y="2362200"/>
            <a:ext cx="596900" cy="508000"/>
          </a:xfrm>
        </p:spPr>
        <p:txBody>
          <a:bodyPr/>
          <a:lstStyle/>
          <a:p>
            <a:pPr algn="ctr">
              <a:lnSpc>
                <a:spcPct val="109000"/>
              </a:lnSpc>
            </a:pPr>
            <a:r>
              <a:rPr lang="en-US" altLang="en-US" dirty="0"/>
              <a:t>0</a:t>
            </a:r>
            <a:r>
              <a:rPr lang="en-US" altLang="zh-CN" dirty="0"/>
              <a:t>6</a:t>
            </a:r>
            <a:endParaRPr lang="en-US" altLang="en-US" dirty="0"/>
          </a:p>
        </p:txBody>
      </p:sp>
      <p:sp>
        <p:nvSpPr>
          <p:cNvPr id="14" name="装饰  1"/>
          <p:cNvSpPr>
            <a:spLocks noGrp="1"/>
          </p:cNvSpPr>
          <p:nvPr>
            <p:ph type="body" idx="16398"/>
            <p:custDataLst>
              <p:tags r:id="rId14"/>
            </p:custDataLst>
          </p:nvPr>
        </p:nvSpPr>
        <p:spPr>
          <a:xfrm>
            <a:off x="8629650" y="2286000"/>
            <a:ext cx="25400" cy="762000"/>
          </a:xfrm>
        </p:spPr>
        <p:txBody>
          <a:bodyPr/>
          <a:lstStyle/>
          <a:p>
            <a:r>
              <a:rPr lang="zh-CN" altLang="en-US"/>
              <a:t> </a:t>
            </a:r>
          </a:p>
        </p:txBody>
      </p:sp>
      <p:sp>
        <p:nvSpPr>
          <p:cNvPr id="15" name="文本占位符 14"/>
          <p:cNvSpPr>
            <a:spLocks noGrp="1"/>
          </p:cNvSpPr>
          <p:nvPr>
            <p:ph type="body" idx="16393"/>
            <p:custDataLst>
              <p:tags r:id="rId15"/>
            </p:custDataLst>
          </p:nvPr>
        </p:nvSpPr>
        <p:spPr>
          <a:xfrm>
            <a:off x="8858250" y="2209800"/>
            <a:ext cx="2324100" cy="914400"/>
          </a:xfrm>
        </p:spPr>
        <p:txBody>
          <a:bodyPr>
            <a:normAutofit/>
          </a:bodyPr>
          <a:lstStyle/>
          <a:p>
            <a:pPr algn="l">
              <a:lnSpc>
                <a:spcPct val="118000"/>
              </a:lnSpc>
            </a:pPr>
            <a:r>
              <a:rPr lang="zh-CN" altLang="en-US" b="1" dirty="0"/>
              <a:t>未来研究计划</a:t>
            </a:r>
          </a:p>
        </p:txBody>
      </p:sp>
      <p:sp>
        <p:nvSpPr>
          <p:cNvPr id="25" name="文本占位符 3">
            <a:extLst>
              <a:ext uri="{FF2B5EF4-FFF2-40B4-BE49-F238E27FC236}">
                <a16:creationId xmlns:a16="http://schemas.microsoft.com/office/drawing/2014/main" id="{85DEF9EB-7AF3-DB43-2C37-B75FABE2F2E7}"/>
              </a:ext>
            </a:extLst>
          </p:cNvPr>
          <p:cNvSpPr txBox="1">
            <a:spLocks/>
          </p:cNvSpPr>
          <p:nvPr>
            <p:custDataLst>
              <p:tags r:id="rId16"/>
            </p:custDataLst>
          </p:nvPr>
        </p:nvSpPr>
        <p:spPr>
          <a:xfrm>
            <a:off x="3924300" y="3886200"/>
            <a:ext cx="596900" cy="508000"/>
          </a:xfrm>
          <a:prstGeom prst="rect">
            <a:avLst/>
          </a:prstGeom>
          <a:noFill/>
        </p:spPr>
        <p:txBody>
          <a:bodyPr vert="horz" wrap="none" lIns="0" tIns="0" rIns="0" bIns="0" rtlCol="0" anchor="ctr">
            <a:noAutofit/>
          </a:bodyPr>
          <a:lstStyle>
            <a:lvl1pPr marL="0" indent="0" algn="ctr" defTabSz="914400" rtl="0" eaLnBrk="1" latinLnBrk="0" hangingPunct="1">
              <a:lnSpc>
                <a:spcPct val="109000"/>
              </a:lnSpc>
              <a:spcBef>
                <a:spcPct val="0"/>
              </a:spcBef>
              <a:spcAft>
                <a:spcPct val="0"/>
              </a:spcAft>
              <a:buFont typeface="Arial" panose="020B0604020202020204" pitchFamily="34" charset="0"/>
              <a:buNone/>
              <a:defRPr sz="4000" b="0" kern="1200" spc="0">
                <a:solidFill>
                  <a:schemeClr val="accent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0</a:t>
            </a:r>
            <a:r>
              <a:rPr lang="en-US" altLang="zh-CN" dirty="0"/>
              <a:t>3</a:t>
            </a:r>
            <a:endParaRPr lang="en-US" altLang="en-US" dirty="0"/>
          </a:p>
        </p:txBody>
      </p:sp>
      <p:sp>
        <p:nvSpPr>
          <p:cNvPr id="26" name="装饰  9">
            <a:extLst>
              <a:ext uri="{FF2B5EF4-FFF2-40B4-BE49-F238E27FC236}">
                <a16:creationId xmlns:a16="http://schemas.microsoft.com/office/drawing/2014/main" id="{56F5CA88-2A62-34EB-E265-383B0A707C8D}"/>
              </a:ext>
            </a:extLst>
          </p:cNvPr>
          <p:cNvSpPr txBox="1">
            <a:spLocks/>
          </p:cNvSpPr>
          <p:nvPr>
            <p:custDataLst>
              <p:tags r:id="rId17"/>
            </p:custDataLst>
          </p:nvPr>
        </p:nvSpPr>
        <p:spPr>
          <a:xfrm>
            <a:off x="4705350" y="3810000"/>
            <a:ext cx="25400" cy="762000"/>
          </a:xfrm>
          <a:prstGeom prst="rect">
            <a:avLst/>
          </a:prstGeom>
          <a:noFill/>
        </p:spPr>
        <p:txBody>
          <a:bodyPr vert="horz" lIns="0" tIns="0" rIns="0" bIns="0" rtlCol="0" anchor="ctr">
            <a:normAutofit/>
          </a:bodyPr>
          <a:lstStyle>
            <a:lvl1pPr marL="0" indent="0" algn="l" defTabSz="914400" rtl="0" eaLnBrk="1" latinLnBrk="0" hangingPunct="1">
              <a:lnSpc>
                <a:spcPct val="118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 </a:t>
            </a:r>
          </a:p>
        </p:txBody>
      </p:sp>
      <p:sp>
        <p:nvSpPr>
          <p:cNvPr id="27" name="文本占位符 5">
            <a:extLst>
              <a:ext uri="{FF2B5EF4-FFF2-40B4-BE49-F238E27FC236}">
                <a16:creationId xmlns:a16="http://schemas.microsoft.com/office/drawing/2014/main" id="{A25E5C90-ED40-D054-4986-3AAE303D3AB3}"/>
              </a:ext>
            </a:extLst>
          </p:cNvPr>
          <p:cNvSpPr txBox="1">
            <a:spLocks/>
          </p:cNvSpPr>
          <p:nvPr>
            <p:custDataLst>
              <p:tags r:id="rId18"/>
            </p:custDataLst>
          </p:nvPr>
        </p:nvSpPr>
        <p:spPr>
          <a:xfrm>
            <a:off x="4933950" y="3733800"/>
            <a:ext cx="2324100" cy="914400"/>
          </a:xfrm>
          <a:prstGeom prst="rect">
            <a:avLst/>
          </a:prstGeom>
          <a:noFill/>
        </p:spPr>
        <p:txBody>
          <a:bodyPr vert="horz" lIns="0" tIns="0" rIns="0" bIns="0" rtlCol="0" anchor="ctr">
            <a:normAutofit/>
          </a:bodyPr>
          <a:lstStyle>
            <a:lvl1pPr marL="0" indent="0" algn="l" defTabSz="914400" rtl="0" eaLnBrk="1" latinLnBrk="0" hangingPunct="1">
              <a:lnSpc>
                <a:spcPct val="118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t>研究内容</a:t>
            </a:r>
          </a:p>
        </p:txBody>
      </p:sp>
      <p:sp>
        <p:nvSpPr>
          <p:cNvPr id="28" name="文本占位符 6">
            <a:extLst>
              <a:ext uri="{FF2B5EF4-FFF2-40B4-BE49-F238E27FC236}">
                <a16:creationId xmlns:a16="http://schemas.microsoft.com/office/drawing/2014/main" id="{E3082531-D7DC-9D21-5E78-75BDFEB29CE3}"/>
              </a:ext>
            </a:extLst>
          </p:cNvPr>
          <p:cNvSpPr txBox="1">
            <a:spLocks/>
          </p:cNvSpPr>
          <p:nvPr>
            <p:custDataLst>
              <p:tags r:id="rId19"/>
            </p:custDataLst>
          </p:nvPr>
        </p:nvSpPr>
        <p:spPr>
          <a:xfrm>
            <a:off x="7848600" y="3886200"/>
            <a:ext cx="596900" cy="508000"/>
          </a:xfrm>
          <a:prstGeom prst="rect">
            <a:avLst/>
          </a:prstGeom>
          <a:noFill/>
        </p:spPr>
        <p:txBody>
          <a:bodyPr vert="horz" wrap="none" lIns="0" tIns="0" rIns="0" bIns="0" rtlCol="0" anchor="ctr">
            <a:noAutofit/>
          </a:bodyPr>
          <a:lstStyle>
            <a:lvl1pPr marL="0" indent="0" algn="ctr" defTabSz="914400" rtl="0" eaLnBrk="1" latinLnBrk="0" hangingPunct="1">
              <a:lnSpc>
                <a:spcPct val="109000"/>
              </a:lnSpc>
              <a:spcBef>
                <a:spcPct val="0"/>
              </a:spcBef>
              <a:spcAft>
                <a:spcPct val="0"/>
              </a:spcAft>
              <a:buFont typeface="Arial" panose="020B0604020202020204" pitchFamily="34" charset="0"/>
              <a:buNone/>
              <a:defRPr sz="4000" b="0" kern="1200" spc="0">
                <a:solidFill>
                  <a:schemeClr val="accent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0</a:t>
            </a:r>
            <a:r>
              <a:rPr lang="en-US" altLang="zh-CN" dirty="0"/>
              <a:t>7</a:t>
            </a:r>
            <a:endParaRPr lang="en-US" altLang="en-US" dirty="0"/>
          </a:p>
        </p:txBody>
      </p:sp>
      <p:sp>
        <p:nvSpPr>
          <p:cNvPr id="29" name="装饰  5">
            <a:extLst>
              <a:ext uri="{FF2B5EF4-FFF2-40B4-BE49-F238E27FC236}">
                <a16:creationId xmlns:a16="http://schemas.microsoft.com/office/drawing/2014/main" id="{B32BE69D-CA05-1096-2337-A91A8E41E3A7}"/>
              </a:ext>
            </a:extLst>
          </p:cNvPr>
          <p:cNvSpPr txBox="1">
            <a:spLocks/>
          </p:cNvSpPr>
          <p:nvPr>
            <p:custDataLst>
              <p:tags r:id="rId20"/>
            </p:custDataLst>
          </p:nvPr>
        </p:nvSpPr>
        <p:spPr>
          <a:xfrm>
            <a:off x="8629650" y="3810000"/>
            <a:ext cx="25400" cy="762000"/>
          </a:xfrm>
          <a:prstGeom prst="rect">
            <a:avLst/>
          </a:prstGeom>
          <a:noFill/>
        </p:spPr>
        <p:txBody>
          <a:bodyPr vert="horz" wrap="none" lIns="0" tIns="0" rIns="0" bIns="0" rtlCol="0" anchor="ctr">
            <a:noAutofit/>
          </a:bodyPr>
          <a:lstStyle>
            <a:lvl1pPr marL="0" indent="0" algn="ctr" defTabSz="914400" rtl="0" eaLnBrk="1" latinLnBrk="0" hangingPunct="1">
              <a:lnSpc>
                <a:spcPct val="109000"/>
              </a:lnSpc>
              <a:spcBef>
                <a:spcPct val="0"/>
              </a:spcBef>
              <a:spcAft>
                <a:spcPct val="0"/>
              </a:spcAft>
              <a:buFont typeface="Arial" panose="020B0604020202020204" pitchFamily="34" charset="0"/>
              <a:buNone/>
              <a:defRPr sz="4000" b="0" kern="1200" spc="0">
                <a:solidFill>
                  <a:schemeClr val="accent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 </a:t>
            </a:r>
          </a:p>
        </p:txBody>
      </p:sp>
      <p:sp>
        <p:nvSpPr>
          <p:cNvPr id="30" name="文本占位符 8">
            <a:extLst>
              <a:ext uri="{FF2B5EF4-FFF2-40B4-BE49-F238E27FC236}">
                <a16:creationId xmlns:a16="http://schemas.microsoft.com/office/drawing/2014/main" id="{B1604172-0356-2634-F915-FDC667ADD183}"/>
              </a:ext>
            </a:extLst>
          </p:cNvPr>
          <p:cNvSpPr txBox="1">
            <a:spLocks/>
          </p:cNvSpPr>
          <p:nvPr>
            <p:custDataLst>
              <p:tags r:id="rId21"/>
            </p:custDataLst>
          </p:nvPr>
        </p:nvSpPr>
        <p:spPr>
          <a:xfrm>
            <a:off x="8858250" y="3733800"/>
            <a:ext cx="2324100" cy="914400"/>
          </a:xfrm>
          <a:prstGeom prst="rect">
            <a:avLst/>
          </a:prstGeom>
          <a:noFill/>
        </p:spPr>
        <p:txBody>
          <a:bodyPr vert="horz" lIns="0" tIns="0" rIns="0" bIns="0" rtlCol="0" anchor="ctr">
            <a:normAutofit/>
          </a:bodyPr>
          <a:lstStyle>
            <a:lvl1pPr marL="0" indent="0" algn="l" defTabSz="914400" rtl="0" eaLnBrk="1" latinLnBrk="0" hangingPunct="1">
              <a:lnSpc>
                <a:spcPct val="118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t>研究创新点</a:t>
            </a:r>
          </a:p>
        </p:txBody>
      </p:sp>
      <p:sp>
        <p:nvSpPr>
          <p:cNvPr id="31" name="文本占位符 9">
            <a:extLst>
              <a:ext uri="{FF2B5EF4-FFF2-40B4-BE49-F238E27FC236}">
                <a16:creationId xmlns:a16="http://schemas.microsoft.com/office/drawing/2014/main" id="{61A7C761-CE73-2ED6-2557-DE9DAD49F142}"/>
              </a:ext>
            </a:extLst>
          </p:cNvPr>
          <p:cNvSpPr txBox="1">
            <a:spLocks/>
          </p:cNvSpPr>
          <p:nvPr>
            <p:custDataLst>
              <p:tags r:id="rId22"/>
            </p:custDataLst>
          </p:nvPr>
        </p:nvSpPr>
        <p:spPr>
          <a:xfrm>
            <a:off x="3924300" y="5562600"/>
            <a:ext cx="596900" cy="508000"/>
          </a:xfrm>
          <a:prstGeom prst="rect">
            <a:avLst/>
          </a:prstGeom>
          <a:noFill/>
        </p:spPr>
        <p:txBody>
          <a:bodyPr vert="horz" wrap="none" lIns="0" tIns="0" rIns="0" bIns="0" rtlCol="0" anchor="ctr">
            <a:noAutofit/>
          </a:bodyPr>
          <a:lstStyle>
            <a:lvl1pPr marL="0" indent="0" algn="ctr" defTabSz="914400" rtl="0" eaLnBrk="1" latinLnBrk="0" hangingPunct="1">
              <a:lnSpc>
                <a:spcPct val="109000"/>
              </a:lnSpc>
              <a:spcBef>
                <a:spcPct val="0"/>
              </a:spcBef>
              <a:spcAft>
                <a:spcPct val="0"/>
              </a:spcAft>
              <a:buFont typeface="Arial" panose="020B0604020202020204" pitchFamily="34" charset="0"/>
              <a:buNone/>
              <a:defRPr sz="4000" b="0" kern="1200" spc="0">
                <a:solidFill>
                  <a:schemeClr val="accent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0</a:t>
            </a:r>
            <a:r>
              <a:rPr lang="en-US" altLang="zh-CN" dirty="0"/>
              <a:t>4</a:t>
            </a:r>
            <a:endParaRPr lang="en-US" altLang="en-US" dirty="0"/>
          </a:p>
        </p:txBody>
      </p:sp>
      <p:sp>
        <p:nvSpPr>
          <p:cNvPr id="32" name="装饰  8">
            <a:extLst>
              <a:ext uri="{FF2B5EF4-FFF2-40B4-BE49-F238E27FC236}">
                <a16:creationId xmlns:a16="http://schemas.microsoft.com/office/drawing/2014/main" id="{2E78EC29-4FAA-1BF2-9528-6A89E991E15E}"/>
              </a:ext>
            </a:extLst>
          </p:cNvPr>
          <p:cNvSpPr txBox="1">
            <a:spLocks/>
          </p:cNvSpPr>
          <p:nvPr>
            <p:custDataLst>
              <p:tags r:id="rId23"/>
            </p:custDataLst>
          </p:nvPr>
        </p:nvSpPr>
        <p:spPr>
          <a:xfrm>
            <a:off x="4705350" y="54864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vert="horz" lIns="91440" tIns="45720" rIns="91440" bIns="45720" rtlCol="0">
            <a:noAutofit/>
          </a:bodyPr>
          <a:lstStyle>
            <a:lvl1pPr marL="0" indent="0" algn="l" defTabSz="914400" rtl="0" eaLnBrk="1" latinLnBrk="0" hangingPunct="1">
              <a:lnSpc>
                <a:spcPct val="130000"/>
              </a:lnSpc>
              <a:spcBef>
                <a:spcPts val="1000"/>
              </a:spcBef>
              <a:buFont typeface="Arial" panose="020B0604020202020204" pitchFamily="34" charset="0"/>
              <a:buNone/>
              <a:defRPr sz="240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None/>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None/>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None/>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None/>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 </a:t>
            </a:r>
          </a:p>
        </p:txBody>
      </p:sp>
      <p:sp>
        <p:nvSpPr>
          <p:cNvPr id="33" name="文本占位符 11">
            <a:extLst>
              <a:ext uri="{FF2B5EF4-FFF2-40B4-BE49-F238E27FC236}">
                <a16:creationId xmlns:a16="http://schemas.microsoft.com/office/drawing/2014/main" id="{EBEA70A0-E8FC-447C-B9F3-8A2A954FFD2E}"/>
              </a:ext>
            </a:extLst>
          </p:cNvPr>
          <p:cNvSpPr txBox="1">
            <a:spLocks/>
          </p:cNvSpPr>
          <p:nvPr>
            <p:custDataLst>
              <p:tags r:id="rId24"/>
            </p:custDataLst>
          </p:nvPr>
        </p:nvSpPr>
        <p:spPr>
          <a:xfrm>
            <a:off x="4933950" y="5410200"/>
            <a:ext cx="2324100" cy="914400"/>
          </a:xfrm>
          <a:prstGeom prst="rect">
            <a:avLst/>
          </a:prstGeom>
          <a:noFill/>
        </p:spPr>
        <p:txBody>
          <a:bodyPr vert="horz" lIns="0" tIns="0" rIns="0" bIns="0" rtlCol="0" anchor="ctr">
            <a:normAutofit/>
          </a:bodyPr>
          <a:lstStyle>
            <a:lvl1pPr marL="0" indent="0" algn="l" defTabSz="914400" rtl="0" eaLnBrk="1" latinLnBrk="0" hangingPunct="1">
              <a:lnSpc>
                <a:spcPct val="118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t>研究难点</a:t>
            </a:r>
          </a:p>
        </p:txBody>
      </p:sp>
      <p:sp>
        <p:nvSpPr>
          <p:cNvPr id="34" name="装饰  8">
            <a:extLst>
              <a:ext uri="{FF2B5EF4-FFF2-40B4-BE49-F238E27FC236}">
                <a16:creationId xmlns:a16="http://schemas.microsoft.com/office/drawing/2014/main" id="{5AB64641-B160-3565-5A65-05B0C32A8283}"/>
              </a:ext>
            </a:extLst>
          </p:cNvPr>
          <p:cNvSpPr txBox="1">
            <a:spLocks/>
          </p:cNvSpPr>
          <p:nvPr>
            <p:custDataLst>
              <p:tags r:id="rId25"/>
            </p:custDataLst>
          </p:nvPr>
        </p:nvSpPr>
        <p:spPr>
          <a:xfrm>
            <a:off x="4688967" y="38100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vert="horz" lIns="91440" tIns="45720" rIns="91440" bIns="45720" rtlCol="0">
            <a:noAutofit/>
          </a:bodyPr>
          <a:lstStyle>
            <a:lvl1pPr marL="0" indent="0" algn="l" defTabSz="914400" rtl="0" eaLnBrk="1" latinLnBrk="0" hangingPunct="1">
              <a:lnSpc>
                <a:spcPct val="130000"/>
              </a:lnSpc>
              <a:spcBef>
                <a:spcPts val="1000"/>
              </a:spcBef>
              <a:buFont typeface="Arial" panose="020B0604020202020204" pitchFamily="34" charset="0"/>
              <a:buNone/>
              <a:defRPr sz="240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None/>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None/>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None/>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None/>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 </a:t>
            </a:r>
          </a:p>
        </p:txBody>
      </p:sp>
      <p:sp>
        <p:nvSpPr>
          <p:cNvPr id="35" name="装饰  8">
            <a:extLst>
              <a:ext uri="{FF2B5EF4-FFF2-40B4-BE49-F238E27FC236}">
                <a16:creationId xmlns:a16="http://schemas.microsoft.com/office/drawing/2014/main" id="{D9FAEA64-D15D-8EF9-0209-A85E0516C69F}"/>
              </a:ext>
            </a:extLst>
          </p:cNvPr>
          <p:cNvSpPr txBox="1">
            <a:spLocks/>
          </p:cNvSpPr>
          <p:nvPr>
            <p:custDataLst>
              <p:tags r:id="rId26"/>
            </p:custDataLst>
          </p:nvPr>
        </p:nvSpPr>
        <p:spPr>
          <a:xfrm>
            <a:off x="8642350" y="3759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vert="horz" lIns="91440" tIns="45720" rIns="91440" bIns="45720" rtlCol="0">
            <a:noAutofit/>
          </a:bodyPr>
          <a:lstStyle>
            <a:lvl1pPr marL="0" indent="0" algn="l" defTabSz="914400" rtl="0" eaLnBrk="1" latinLnBrk="0" hangingPunct="1">
              <a:lnSpc>
                <a:spcPct val="130000"/>
              </a:lnSpc>
              <a:spcBef>
                <a:spcPts val="1000"/>
              </a:spcBef>
              <a:buFont typeface="Arial" panose="020B0604020202020204" pitchFamily="34" charset="0"/>
              <a:buNone/>
              <a:defRPr sz="240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None/>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None/>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None/>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None/>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 </a:t>
            </a:r>
          </a:p>
        </p:txBody>
      </p:sp>
      <p:pic>
        <p:nvPicPr>
          <p:cNvPr id="37" name="图片 36">
            <a:extLst>
              <a:ext uri="{FF2B5EF4-FFF2-40B4-BE49-F238E27FC236}">
                <a16:creationId xmlns:a16="http://schemas.microsoft.com/office/drawing/2014/main" id="{2AABC4C9-FB26-0B51-BB41-4FC3CE2B8CAF}"/>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0" y="0"/>
            <a:ext cx="1119664" cy="1122774"/>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dissolve">
                                      <p:cBhvr>
                                        <p:cTn id="15" dur="500"/>
                                        <p:tgtEl>
                                          <p:spTgt spid="4">
                                            <p:txEl>
                                              <p:pRg st="0" end="0"/>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5">
                                            <p:bg/>
                                          </p:spTgt>
                                        </p:tgtEl>
                                        <p:attrNameLst>
                                          <p:attrName>style.visibility</p:attrName>
                                        </p:attrNameLst>
                                      </p:cBhvr>
                                      <p:to>
                                        <p:strVal val="visible"/>
                                      </p:to>
                                    </p:set>
                                    <p:animEffect transition="in" filter="dissolve">
                                      <p:cBhvr>
                                        <p:cTn id="18" dur="500"/>
                                        <p:tgtEl>
                                          <p:spTgt spid="5">
                                            <p:bg/>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animEffect transition="in" filter="dissolve">
                                      <p:cBhvr>
                                        <p:cTn id="23" dur="500"/>
                                        <p:tgtEl>
                                          <p:spTgt spid="5">
                                            <p:txEl>
                                              <p:pRg st="0" end="0"/>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6">
                                            <p:txEl>
                                              <p:pRg st="0" end="0"/>
                                            </p:txEl>
                                          </p:spTgt>
                                        </p:tgtEl>
                                        <p:attrNameLst>
                                          <p:attrName>style.visibility</p:attrName>
                                        </p:attrNameLst>
                                      </p:cBhvr>
                                      <p:to>
                                        <p:strVal val="visible"/>
                                      </p:to>
                                    </p:set>
                                    <p:animEffect transition="in" filter="dissolve">
                                      <p:cBhvr>
                                        <p:cTn id="26" dur="500"/>
                                        <p:tgtEl>
                                          <p:spTgt spid="6">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0">
                                            <p:txEl>
                                              <p:pRg st="0" end="0"/>
                                            </p:txEl>
                                          </p:spTgt>
                                        </p:tgtEl>
                                        <p:attrNameLst>
                                          <p:attrName>style.visibility</p:attrName>
                                        </p:attrNameLst>
                                      </p:cBhvr>
                                      <p:to>
                                        <p:strVal val="visible"/>
                                      </p:to>
                                    </p:set>
                                    <p:animEffect transition="in" filter="dissolve">
                                      <p:cBhvr>
                                        <p:cTn id="31" dur="500"/>
                                        <p:tgtEl>
                                          <p:spTgt spid="10">
                                            <p:txEl>
                                              <p:pRg st="0" end="0"/>
                                            </p:txEl>
                                          </p:spTgt>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1">
                                            <p:bg/>
                                          </p:spTgt>
                                        </p:tgtEl>
                                        <p:attrNameLst>
                                          <p:attrName>style.visibility</p:attrName>
                                        </p:attrNameLst>
                                      </p:cBhvr>
                                      <p:to>
                                        <p:strVal val="visible"/>
                                      </p:to>
                                    </p:set>
                                    <p:animEffect transition="in" filter="dissolve">
                                      <p:cBhvr>
                                        <p:cTn id="34" dur="500"/>
                                        <p:tgtEl>
                                          <p:spTgt spid="11">
                                            <p:bg/>
                                          </p:spTgt>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1">
                                            <p:txEl>
                                              <p:pRg st="0" end="0"/>
                                            </p:txEl>
                                          </p:spTgt>
                                        </p:tgtEl>
                                        <p:attrNameLst>
                                          <p:attrName>style.visibility</p:attrName>
                                        </p:attrNameLst>
                                      </p:cBhvr>
                                      <p:to>
                                        <p:strVal val="visible"/>
                                      </p:to>
                                    </p:set>
                                    <p:animEffect transition="in" filter="dissolve">
                                      <p:cBhvr>
                                        <p:cTn id="39" dur="500"/>
                                        <p:tgtEl>
                                          <p:spTgt spid="11">
                                            <p:txEl>
                                              <p:pRg st="0" end="0"/>
                                            </p:txEl>
                                          </p:spTgt>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12">
                                            <p:txEl>
                                              <p:pRg st="0" end="0"/>
                                            </p:txEl>
                                          </p:spTgt>
                                        </p:tgtEl>
                                        <p:attrNameLst>
                                          <p:attrName>style.visibility</p:attrName>
                                        </p:attrNameLst>
                                      </p:cBhvr>
                                      <p:to>
                                        <p:strVal val="visible"/>
                                      </p:to>
                                    </p:set>
                                    <p:animEffect transition="in" filter="dissolve">
                                      <p:cBhvr>
                                        <p:cTn id="42" dur="500"/>
                                        <p:tgtEl>
                                          <p:spTgt spid="12">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dissolve">
                                      <p:cBhvr>
                                        <p:cTn id="47" dur="500"/>
                                        <p:tgtEl>
                                          <p:spTgt spid="25"/>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dissolve">
                                      <p:cBhvr>
                                        <p:cTn id="50" dur="500"/>
                                        <p:tgtEl>
                                          <p:spTgt spid="26"/>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dissolve">
                                      <p:cBhvr>
                                        <p:cTn id="53" dur="500"/>
                                        <p:tgtEl>
                                          <p:spTgt spid="27"/>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dissolve">
                                      <p:cBhvr>
                                        <p:cTn id="56" dur="500"/>
                                        <p:tgtEl>
                                          <p:spTgt spid="34"/>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dissolve">
                                      <p:cBhvr>
                                        <p:cTn id="61" dur="500"/>
                                        <p:tgtEl>
                                          <p:spTgt spid="31"/>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dissolve">
                                      <p:cBhvr>
                                        <p:cTn id="64" dur="500"/>
                                        <p:tgtEl>
                                          <p:spTgt spid="32"/>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dissolve">
                                      <p:cBhvr>
                                        <p:cTn id="67" dur="500"/>
                                        <p:tgtEl>
                                          <p:spTgt spid="33"/>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7">
                                            <p:txEl>
                                              <p:pRg st="0" end="0"/>
                                            </p:txEl>
                                          </p:spTgt>
                                        </p:tgtEl>
                                        <p:attrNameLst>
                                          <p:attrName>style.visibility</p:attrName>
                                        </p:attrNameLst>
                                      </p:cBhvr>
                                      <p:to>
                                        <p:strVal val="visible"/>
                                      </p:to>
                                    </p:set>
                                    <p:animEffect transition="in" filter="dissolve">
                                      <p:cBhvr>
                                        <p:cTn id="72" dur="500"/>
                                        <p:tgtEl>
                                          <p:spTgt spid="7">
                                            <p:txEl>
                                              <p:pRg st="0" end="0"/>
                                            </p:txEl>
                                          </p:spTgt>
                                        </p:tgtEl>
                                      </p:cBhvr>
                                    </p:animEffect>
                                  </p:childTnLst>
                                </p:cTn>
                              </p:par>
                              <p:par>
                                <p:cTn id="73" presetID="9" presetClass="entr" presetSubtype="0" fill="hold" grpId="0" nodeType="withEffect">
                                  <p:stCondLst>
                                    <p:cond delay="0"/>
                                  </p:stCondLst>
                                  <p:childTnLst>
                                    <p:set>
                                      <p:cBhvr>
                                        <p:cTn id="74" dur="1" fill="hold">
                                          <p:stCondLst>
                                            <p:cond delay="0"/>
                                          </p:stCondLst>
                                        </p:cTn>
                                        <p:tgtEl>
                                          <p:spTgt spid="8">
                                            <p:bg/>
                                          </p:spTgt>
                                        </p:tgtEl>
                                        <p:attrNameLst>
                                          <p:attrName>style.visibility</p:attrName>
                                        </p:attrNameLst>
                                      </p:cBhvr>
                                      <p:to>
                                        <p:strVal val="visible"/>
                                      </p:to>
                                    </p:set>
                                    <p:animEffect transition="in" filter="dissolve">
                                      <p:cBhvr>
                                        <p:cTn id="75" dur="500"/>
                                        <p:tgtEl>
                                          <p:spTgt spid="8">
                                            <p:bg/>
                                          </p:spTgt>
                                        </p:tgtEl>
                                      </p:cBhvr>
                                    </p:animEffect>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grpId="0" nodeType="clickEffect">
                                  <p:stCondLst>
                                    <p:cond delay="0"/>
                                  </p:stCondLst>
                                  <p:childTnLst>
                                    <p:set>
                                      <p:cBhvr>
                                        <p:cTn id="79" dur="1" fill="hold">
                                          <p:stCondLst>
                                            <p:cond delay="0"/>
                                          </p:stCondLst>
                                        </p:cTn>
                                        <p:tgtEl>
                                          <p:spTgt spid="8">
                                            <p:txEl>
                                              <p:pRg st="0" end="0"/>
                                            </p:txEl>
                                          </p:spTgt>
                                        </p:tgtEl>
                                        <p:attrNameLst>
                                          <p:attrName>style.visibility</p:attrName>
                                        </p:attrNameLst>
                                      </p:cBhvr>
                                      <p:to>
                                        <p:strVal val="visible"/>
                                      </p:to>
                                    </p:set>
                                    <p:animEffect transition="in" filter="dissolve">
                                      <p:cBhvr>
                                        <p:cTn id="80" dur="500"/>
                                        <p:tgtEl>
                                          <p:spTgt spid="8">
                                            <p:txEl>
                                              <p:pRg st="0" end="0"/>
                                            </p:txEl>
                                          </p:spTgt>
                                        </p:tgtEl>
                                      </p:cBhvr>
                                    </p:animEffect>
                                  </p:childTnLst>
                                </p:cTn>
                              </p:par>
                              <p:par>
                                <p:cTn id="81" presetID="9" presetClass="entr" presetSubtype="0" fill="hold" grpId="0" nodeType="withEffect">
                                  <p:stCondLst>
                                    <p:cond delay="0"/>
                                  </p:stCondLst>
                                  <p:childTnLst>
                                    <p:set>
                                      <p:cBhvr>
                                        <p:cTn id="82" dur="1" fill="hold">
                                          <p:stCondLst>
                                            <p:cond delay="0"/>
                                          </p:stCondLst>
                                        </p:cTn>
                                        <p:tgtEl>
                                          <p:spTgt spid="9">
                                            <p:txEl>
                                              <p:pRg st="0" end="0"/>
                                            </p:txEl>
                                          </p:spTgt>
                                        </p:tgtEl>
                                        <p:attrNameLst>
                                          <p:attrName>style.visibility</p:attrName>
                                        </p:attrNameLst>
                                      </p:cBhvr>
                                      <p:to>
                                        <p:strVal val="visible"/>
                                      </p:to>
                                    </p:set>
                                    <p:animEffect transition="in" filter="dissolve">
                                      <p:cBhvr>
                                        <p:cTn id="83" dur="500"/>
                                        <p:tgtEl>
                                          <p:spTgt spid="9">
                                            <p:txEl>
                                              <p:pRg st="0" end="0"/>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9" presetClass="entr" presetSubtype="0" fill="hold" grpId="0" nodeType="clickEffect">
                                  <p:stCondLst>
                                    <p:cond delay="0"/>
                                  </p:stCondLst>
                                  <p:childTnLst>
                                    <p:set>
                                      <p:cBhvr>
                                        <p:cTn id="87" dur="1" fill="hold">
                                          <p:stCondLst>
                                            <p:cond delay="0"/>
                                          </p:stCondLst>
                                        </p:cTn>
                                        <p:tgtEl>
                                          <p:spTgt spid="13">
                                            <p:txEl>
                                              <p:pRg st="0" end="0"/>
                                            </p:txEl>
                                          </p:spTgt>
                                        </p:tgtEl>
                                        <p:attrNameLst>
                                          <p:attrName>style.visibility</p:attrName>
                                        </p:attrNameLst>
                                      </p:cBhvr>
                                      <p:to>
                                        <p:strVal val="visible"/>
                                      </p:to>
                                    </p:set>
                                    <p:animEffect transition="in" filter="dissolve">
                                      <p:cBhvr>
                                        <p:cTn id="88" dur="500"/>
                                        <p:tgtEl>
                                          <p:spTgt spid="13">
                                            <p:txEl>
                                              <p:pRg st="0" end="0"/>
                                            </p:txEl>
                                          </p:spTgt>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14">
                                            <p:bg/>
                                          </p:spTgt>
                                        </p:tgtEl>
                                        <p:attrNameLst>
                                          <p:attrName>style.visibility</p:attrName>
                                        </p:attrNameLst>
                                      </p:cBhvr>
                                      <p:to>
                                        <p:strVal val="visible"/>
                                      </p:to>
                                    </p:set>
                                    <p:animEffect transition="in" filter="dissolve">
                                      <p:cBhvr>
                                        <p:cTn id="91" dur="500"/>
                                        <p:tgtEl>
                                          <p:spTgt spid="14">
                                            <p:bg/>
                                          </p:spTgt>
                                        </p:tgtEl>
                                      </p:cBhvr>
                                    </p:animEffect>
                                  </p:childTnLst>
                                </p:cTn>
                              </p:par>
                            </p:childTnLst>
                          </p:cTn>
                        </p:par>
                      </p:childTnLst>
                    </p:cTn>
                  </p:par>
                  <p:par>
                    <p:cTn id="92" fill="hold">
                      <p:stCondLst>
                        <p:cond delay="indefinite"/>
                      </p:stCondLst>
                      <p:childTnLst>
                        <p:par>
                          <p:cTn id="93" fill="hold">
                            <p:stCondLst>
                              <p:cond delay="0"/>
                            </p:stCondLst>
                            <p:childTnLst>
                              <p:par>
                                <p:cTn id="94" presetID="9" presetClass="entr" presetSubtype="0" fill="hold" grpId="0" nodeType="clickEffect">
                                  <p:stCondLst>
                                    <p:cond delay="0"/>
                                  </p:stCondLst>
                                  <p:childTnLst>
                                    <p:set>
                                      <p:cBhvr>
                                        <p:cTn id="95" dur="1" fill="hold">
                                          <p:stCondLst>
                                            <p:cond delay="0"/>
                                          </p:stCondLst>
                                        </p:cTn>
                                        <p:tgtEl>
                                          <p:spTgt spid="14">
                                            <p:txEl>
                                              <p:pRg st="0" end="0"/>
                                            </p:txEl>
                                          </p:spTgt>
                                        </p:tgtEl>
                                        <p:attrNameLst>
                                          <p:attrName>style.visibility</p:attrName>
                                        </p:attrNameLst>
                                      </p:cBhvr>
                                      <p:to>
                                        <p:strVal val="visible"/>
                                      </p:to>
                                    </p:set>
                                    <p:animEffect transition="in" filter="dissolve">
                                      <p:cBhvr>
                                        <p:cTn id="96" dur="500"/>
                                        <p:tgtEl>
                                          <p:spTgt spid="14">
                                            <p:txEl>
                                              <p:pRg st="0" end="0"/>
                                            </p:txEl>
                                          </p:spTgt>
                                        </p:tgtEl>
                                      </p:cBhvr>
                                    </p:animEffect>
                                  </p:childTnLst>
                                </p:cTn>
                              </p:par>
                              <p:par>
                                <p:cTn id="97" presetID="9" presetClass="entr" presetSubtype="0" fill="hold" grpId="0" nodeType="withEffect">
                                  <p:stCondLst>
                                    <p:cond delay="0"/>
                                  </p:stCondLst>
                                  <p:childTnLst>
                                    <p:set>
                                      <p:cBhvr>
                                        <p:cTn id="98" dur="1" fill="hold">
                                          <p:stCondLst>
                                            <p:cond delay="0"/>
                                          </p:stCondLst>
                                        </p:cTn>
                                        <p:tgtEl>
                                          <p:spTgt spid="15">
                                            <p:txEl>
                                              <p:pRg st="0" end="0"/>
                                            </p:txEl>
                                          </p:spTgt>
                                        </p:tgtEl>
                                        <p:attrNameLst>
                                          <p:attrName>style.visibility</p:attrName>
                                        </p:attrNameLst>
                                      </p:cBhvr>
                                      <p:to>
                                        <p:strVal val="visible"/>
                                      </p:to>
                                    </p:set>
                                    <p:animEffect transition="in" filter="dissolve">
                                      <p:cBhvr>
                                        <p:cTn id="99" dur="500"/>
                                        <p:tgtEl>
                                          <p:spTgt spid="15">
                                            <p:txEl>
                                              <p:pRg st="0" end="0"/>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9" presetClass="entr" presetSubtype="0" fill="hold" grpId="0" nodeType="clickEffect">
                                  <p:stCondLst>
                                    <p:cond delay="0"/>
                                  </p:stCondLst>
                                  <p:childTnLst>
                                    <p:set>
                                      <p:cBhvr>
                                        <p:cTn id="103" dur="1" fill="hold">
                                          <p:stCondLst>
                                            <p:cond delay="0"/>
                                          </p:stCondLst>
                                        </p:cTn>
                                        <p:tgtEl>
                                          <p:spTgt spid="28"/>
                                        </p:tgtEl>
                                        <p:attrNameLst>
                                          <p:attrName>style.visibility</p:attrName>
                                        </p:attrNameLst>
                                      </p:cBhvr>
                                      <p:to>
                                        <p:strVal val="visible"/>
                                      </p:to>
                                    </p:set>
                                    <p:animEffect transition="in" filter="dissolve">
                                      <p:cBhvr>
                                        <p:cTn id="104" dur="500"/>
                                        <p:tgtEl>
                                          <p:spTgt spid="28"/>
                                        </p:tgtEl>
                                      </p:cBhvr>
                                    </p:animEffect>
                                  </p:childTnLst>
                                </p:cTn>
                              </p:par>
                              <p:par>
                                <p:cTn id="105" presetID="9" presetClass="entr" presetSubtype="0" fill="hold" grpId="0" nodeType="withEffect">
                                  <p:stCondLst>
                                    <p:cond delay="0"/>
                                  </p:stCondLst>
                                  <p:childTnLst>
                                    <p:set>
                                      <p:cBhvr>
                                        <p:cTn id="106" dur="1" fill="hold">
                                          <p:stCondLst>
                                            <p:cond delay="0"/>
                                          </p:stCondLst>
                                        </p:cTn>
                                        <p:tgtEl>
                                          <p:spTgt spid="29"/>
                                        </p:tgtEl>
                                        <p:attrNameLst>
                                          <p:attrName>style.visibility</p:attrName>
                                        </p:attrNameLst>
                                      </p:cBhvr>
                                      <p:to>
                                        <p:strVal val="visible"/>
                                      </p:to>
                                    </p:set>
                                    <p:animEffect transition="in" filter="dissolve">
                                      <p:cBhvr>
                                        <p:cTn id="107" dur="500"/>
                                        <p:tgtEl>
                                          <p:spTgt spid="29"/>
                                        </p:tgtEl>
                                      </p:cBhvr>
                                    </p:animEffect>
                                  </p:childTnLst>
                                </p:cTn>
                              </p:par>
                              <p:par>
                                <p:cTn id="108" presetID="9" presetClass="entr" presetSubtype="0" fill="hold" grpId="0" nodeType="withEffect">
                                  <p:stCondLst>
                                    <p:cond delay="0"/>
                                  </p:stCondLst>
                                  <p:childTnLst>
                                    <p:set>
                                      <p:cBhvr>
                                        <p:cTn id="109" dur="1" fill="hold">
                                          <p:stCondLst>
                                            <p:cond delay="0"/>
                                          </p:stCondLst>
                                        </p:cTn>
                                        <p:tgtEl>
                                          <p:spTgt spid="30"/>
                                        </p:tgtEl>
                                        <p:attrNameLst>
                                          <p:attrName>style.visibility</p:attrName>
                                        </p:attrNameLst>
                                      </p:cBhvr>
                                      <p:to>
                                        <p:strVal val="visible"/>
                                      </p:to>
                                    </p:set>
                                    <p:animEffect transition="in" filter="dissolve">
                                      <p:cBhvr>
                                        <p:cTn id="110" dur="500"/>
                                        <p:tgtEl>
                                          <p:spTgt spid="30"/>
                                        </p:tgtEl>
                                      </p:cBhvr>
                                    </p:animEffect>
                                  </p:childTnLst>
                                </p:cTn>
                              </p:par>
                              <p:par>
                                <p:cTn id="111" presetID="9" presetClass="entr" presetSubtype="0" fill="hold" grpId="0" nodeType="withEffect">
                                  <p:stCondLst>
                                    <p:cond delay="0"/>
                                  </p:stCondLst>
                                  <p:childTnLst>
                                    <p:set>
                                      <p:cBhvr>
                                        <p:cTn id="112" dur="1" fill="hold">
                                          <p:stCondLst>
                                            <p:cond delay="0"/>
                                          </p:stCondLst>
                                        </p:cTn>
                                        <p:tgtEl>
                                          <p:spTgt spid="35"/>
                                        </p:tgtEl>
                                        <p:attrNameLst>
                                          <p:attrName>style.visibility</p:attrName>
                                        </p:attrNameLst>
                                      </p:cBhvr>
                                      <p:to>
                                        <p:strVal val="visible"/>
                                      </p:to>
                                    </p:set>
                                    <p:animEffect transition="in" filter="dissolve">
                                      <p:cBhvr>
                                        <p:cTn id="11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p:bldP spid="4" grpId="0" build="p"/>
      <p:bldP spid="5" grpId="0" build="p" animBg="1"/>
      <p:bldP spid="6" grpId="0" build="p"/>
      <p:bldP spid="7" grpId="0" build="p"/>
      <p:bldP spid="8" grpId="0" build="p" animBg="1"/>
      <p:bldP spid="9" grpId="0" build="p"/>
      <p:bldP spid="10" grpId="0" build="p"/>
      <p:bldP spid="11" grpId="0" build="p" animBg="1"/>
      <p:bldP spid="12" grpId="0" build="p"/>
      <p:bldP spid="13" grpId="0" build="p"/>
      <p:bldP spid="14" grpId="0" build="p" animBg="1"/>
      <p:bldP spid="15" grpId="0" build="p"/>
      <p:bldP spid="25" grpId="0"/>
      <p:bldP spid="26" grpId="0"/>
      <p:bldP spid="27" grpId="0"/>
      <p:bldP spid="28" grpId="0"/>
      <p:bldP spid="29" grpId="0"/>
      <p:bldP spid="30" grpId="0"/>
      <p:bldP spid="31" grpId="0"/>
      <p:bldP spid="32" grpId="0" animBg="1"/>
      <p:bldP spid="33" grpId="0"/>
      <p:bldP spid="34" grpId="0" animBg="1"/>
      <p:bldP spid="3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
          <p:cNvSpPr>
            <a:spLocks noGrp="1"/>
          </p:cNvSpPr>
          <p:nvPr>
            <p:ph type="title" idx="16388"/>
            <p:custDataLst>
              <p:tags r:id="rId2"/>
            </p:custDataLst>
          </p:nvPr>
        </p:nvSpPr>
        <p:spPr/>
        <p:txBody>
          <a:bodyPr>
            <a:normAutofit/>
          </a:bodyPr>
          <a:lstStyle/>
          <a:p>
            <a:r>
              <a:rPr lang="zh-CN" altLang="en-US"/>
              <a:t>研究背景与意义</a:t>
            </a:r>
          </a:p>
        </p:txBody>
      </p:sp>
      <p:sp>
        <p:nvSpPr>
          <p:cNvPr id="3" name="文本占位符 13"/>
          <p:cNvSpPr>
            <a:spLocks noGrp="1"/>
          </p:cNvSpPr>
          <p:nvPr>
            <p:ph type="body" idx="16389"/>
            <p:custDataLst>
              <p:tags r:id="rId3"/>
            </p:custDataLst>
          </p:nvPr>
        </p:nvSpPr>
        <p:spPr/>
        <p:txBody>
          <a:bodyPr/>
          <a:lstStyle/>
          <a:p>
            <a:r>
              <a:rPr lang="en-US" altLang="en-US"/>
              <a:t>01</a:t>
            </a:r>
          </a:p>
        </p:txBody>
      </p:sp>
      <p:pic>
        <p:nvPicPr>
          <p:cNvPr id="6" name="图片 5">
            <a:extLst>
              <a:ext uri="{FF2B5EF4-FFF2-40B4-BE49-F238E27FC236}">
                <a16:creationId xmlns:a16="http://schemas.microsoft.com/office/drawing/2014/main" id="{954554DA-ABC3-D9D1-FDE3-953D5B4C2DD9}"/>
              </a:ext>
            </a:extLst>
          </p:cNvPr>
          <p:cNvPicPr>
            <a:picLocks noChangeAspect="1"/>
          </p:cNvPicPr>
          <p:nvPr/>
        </p:nvPicPr>
        <p:blipFill>
          <a:blip r:embed="rId5">
            <a:biLevel thresh="25000"/>
            <a:extLst>
              <a:ext uri="{28A0092B-C50C-407E-A947-70E740481C1C}">
                <a14:useLocalDpi xmlns:a14="http://schemas.microsoft.com/office/drawing/2010/main" val="0"/>
              </a:ext>
            </a:extLst>
          </a:blip>
          <a:stretch>
            <a:fillRect/>
          </a:stretch>
        </p:blipFill>
        <p:spPr>
          <a:xfrm>
            <a:off x="0" y="0"/>
            <a:ext cx="1119664" cy="1122774"/>
          </a:xfrm>
          <a:prstGeom prst="rect">
            <a:avLst/>
          </a:prstGeom>
        </p:spPr>
      </p:pic>
    </p:spTree>
    <p:custDataLst>
      <p:tags r:id="rId1"/>
    </p:custData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a:xfrm>
            <a:off x="745067" y="609600"/>
            <a:ext cx="10972800" cy="609600"/>
          </a:xfrm>
        </p:spPr>
        <p:txBody>
          <a:bodyPr>
            <a:normAutofit/>
          </a:bodyPr>
          <a:lstStyle/>
          <a:p>
            <a:pPr algn="l">
              <a:lnSpc>
                <a:spcPct val="111000"/>
              </a:lnSpc>
            </a:pPr>
            <a:r>
              <a:rPr lang="zh-CN" altLang="en-US" dirty="0">
                <a:latin typeface="黑体" charset="0"/>
                <a:ea typeface="黑体" charset="0"/>
              </a:rPr>
              <a:t>人口老龄化与疾病挑战</a:t>
            </a:r>
          </a:p>
        </p:txBody>
      </p:sp>
      <p:sp>
        <p:nvSpPr>
          <p:cNvPr id="4" name="文本占位符 3"/>
          <p:cNvSpPr>
            <a:spLocks noGrp="1"/>
          </p:cNvSpPr>
          <p:nvPr>
            <p:ph type="body" idx="16386"/>
            <p:custDataLst>
              <p:tags r:id="rId3"/>
            </p:custDataLst>
          </p:nvPr>
        </p:nvSpPr>
        <p:spPr>
          <a:xfrm>
            <a:off x="745067" y="1811867"/>
            <a:ext cx="3251200" cy="406400"/>
          </a:xfrm>
        </p:spPr>
        <p:txBody>
          <a:bodyPr>
            <a:normAutofit/>
          </a:bodyPr>
          <a:lstStyle/>
          <a:p>
            <a:pPr algn="l">
              <a:lnSpc>
                <a:spcPct val="111000"/>
              </a:lnSpc>
            </a:pPr>
            <a:r>
              <a:rPr lang="zh-CN" altLang="en-US">
                <a:latin typeface="黑体" charset="0"/>
                <a:ea typeface="黑体" charset="0"/>
              </a:rPr>
              <a:t>人口老龄化趋势</a:t>
            </a:r>
          </a:p>
        </p:txBody>
      </p:sp>
      <p:sp>
        <p:nvSpPr>
          <p:cNvPr id="5" name="文本占位符 4"/>
          <p:cNvSpPr>
            <a:spLocks noGrp="1"/>
          </p:cNvSpPr>
          <p:nvPr>
            <p:ph type="body" idx="16387"/>
            <p:custDataLst>
              <p:tags r:id="rId4"/>
            </p:custDataLst>
          </p:nvPr>
        </p:nvSpPr>
        <p:spPr>
          <a:xfrm>
            <a:off x="745067" y="2370667"/>
            <a:ext cx="3251200" cy="914400"/>
          </a:xfrm>
        </p:spPr>
        <p:txBody>
          <a:bodyPr>
            <a:normAutofit/>
          </a:bodyPr>
          <a:lstStyle/>
          <a:p>
            <a:pPr algn="l">
              <a:lnSpc>
                <a:spcPct val="125000"/>
              </a:lnSpc>
            </a:pPr>
            <a:r>
              <a:rPr lang="zh-CN" altLang="en-US">
                <a:latin typeface="黑体" charset="0"/>
                <a:ea typeface="黑体" charset="0"/>
              </a:rPr>
              <a:t>全球及我国人口老龄化加剧，对医疗康复资源需求持续增长，传统康复手段面临供给压力。</a:t>
            </a:r>
          </a:p>
        </p:txBody>
      </p:sp>
      <p:sp>
        <p:nvSpPr>
          <p:cNvPr id="6" name="文本占位符 5"/>
          <p:cNvSpPr>
            <a:spLocks noGrp="1"/>
          </p:cNvSpPr>
          <p:nvPr>
            <p:ph type="body" idx="16388"/>
            <p:custDataLst>
              <p:tags r:id="rId5"/>
            </p:custDataLst>
          </p:nvPr>
        </p:nvSpPr>
        <p:spPr>
          <a:xfrm>
            <a:off x="4605867" y="1811867"/>
            <a:ext cx="3251200" cy="406400"/>
          </a:xfrm>
        </p:spPr>
        <p:txBody>
          <a:bodyPr>
            <a:normAutofit/>
          </a:bodyPr>
          <a:lstStyle/>
          <a:p>
            <a:pPr algn="l">
              <a:lnSpc>
                <a:spcPct val="111000"/>
              </a:lnSpc>
            </a:pPr>
            <a:r>
              <a:rPr lang="zh-CN" altLang="en-US" dirty="0">
                <a:latin typeface="黑体" charset="0"/>
                <a:ea typeface="黑体" charset="0"/>
              </a:rPr>
              <a:t>神经功能障碍高发</a:t>
            </a:r>
          </a:p>
        </p:txBody>
      </p:sp>
      <p:sp>
        <p:nvSpPr>
          <p:cNvPr id="7" name="文本占位符 6"/>
          <p:cNvSpPr>
            <a:spLocks noGrp="1"/>
          </p:cNvSpPr>
          <p:nvPr>
            <p:ph type="body" idx="16389"/>
            <p:custDataLst>
              <p:tags r:id="rId6"/>
            </p:custDataLst>
          </p:nvPr>
        </p:nvSpPr>
        <p:spPr>
          <a:xfrm>
            <a:off x="4605867" y="2370667"/>
            <a:ext cx="3251200" cy="914400"/>
          </a:xfrm>
        </p:spPr>
        <p:txBody>
          <a:bodyPr>
            <a:normAutofit/>
          </a:bodyPr>
          <a:lstStyle/>
          <a:p>
            <a:pPr algn="l">
              <a:lnSpc>
                <a:spcPct val="125000"/>
              </a:lnSpc>
            </a:pPr>
            <a:r>
              <a:rPr lang="zh-CN" altLang="en-US" dirty="0">
                <a:latin typeface="黑体" charset="0"/>
                <a:ea typeface="黑体" charset="0"/>
              </a:rPr>
              <a:t>中风、脊髓损伤等疾病导致运动功能障碍患者数量上升，患者日常活动能力受限，生活质量下降。</a:t>
            </a:r>
          </a:p>
        </p:txBody>
      </p:sp>
      <p:sp>
        <p:nvSpPr>
          <p:cNvPr id="8" name="文本占位符 7"/>
          <p:cNvSpPr>
            <a:spLocks noGrp="1"/>
          </p:cNvSpPr>
          <p:nvPr>
            <p:ph type="body" idx="16390"/>
            <p:custDataLst>
              <p:tags r:id="rId7"/>
            </p:custDataLst>
          </p:nvPr>
        </p:nvSpPr>
        <p:spPr>
          <a:xfrm>
            <a:off x="8466667" y="1811867"/>
            <a:ext cx="3251200" cy="406400"/>
          </a:xfrm>
        </p:spPr>
        <p:txBody>
          <a:bodyPr>
            <a:normAutofit/>
          </a:bodyPr>
          <a:lstStyle/>
          <a:p>
            <a:pPr algn="l">
              <a:lnSpc>
                <a:spcPct val="111000"/>
              </a:lnSpc>
            </a:pPr>
            <a:r>
              <a:rPr lang="zh-CN" altLang="en-US" dirty="0">
                <a:latin typeface="黑体" charset="0"/>
                <a:ea typeface="黑体" charset="0"/>
              </a:rPr>
              <a:t>传统康复设备局限</a:t>
            </a:r>
          </a:p>
        </p:txBody>
      </p:sp>
      <p:sp>
        <p:nvSpPr>
          <p:cNvPr id="9" name="文本占位符 8"/>
          <p:cNvSpPr>
            <a:spLocks noGrp="1"/>
          </p:cNvSpPr>
          <p:nvPr>
            <p:ph type="body" idx="16391"/>
            <p:custDataLst>
              <p:tags r:id="rId8"/>
            </p:custDataLst>
          </p:nvPr>
        </p:nvSpPr>
        <p:spPr>
          <a:xfrm>
            <a:off x="8466667" y="2370667"/>
            <a:ext cx="3251200" cy="914400"/>
          </a:xfrm>
        </p:spPr>
        <p:txBody>
          <a:bodyPr>
            <a:normAutofit/>
          </a:bodyPr>
          <a:lstStyle/>
          <a:p>
            <a:pPr algn="l">
              <a:lnSpc>
                <a:spcPct val="125000"/>
              </a:lnSpc>
            </a:pPr>
            <a:r>
              <a:rPr lang="zh-CN" altLang="en-US">
                <a:latin typeface="黑体" charset="0"/>
                <a:ea typeface="黑体" charset="0"/>
              </a:rPr>
              <a:t>现有康复设备存在交互不自然、价格昂贵、便携性差等问题，难以满足患者个性化、日常化康复需求。</a:t>
            </a:r>
          </a:p>
        </p:txBody>
      </p:sp>
      <p:pic>
        <p:nvPicPr>
          <p:cNvPr id="3074" name="Picture 2" descr="Frontiers | Review of adaptive control for stroke lower limb exoskeleton  rehabilitation robot based on motion intention recognition">
            <a:extLst>
              <a:ext uri="{FF2B5EF4-FFF2-40B4-BE49-F238E27FC236}">
                <a16:creationId xmlns:a16="http://schemas.microsoft.com/office/drawing/2014/main" id="{C3A23F7C-2018-399C-D55B-D02958B42B5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33833" y="3877733"/>
            <a:ext cx="3958167" cy="2082800"/>
          </a:xfrm>
          <a:prstGeom prst="rect">
            <a:avLst/>
          </a:prstGeom>
          <a:noFill/>
          <a:extLst>
            <a:ext uri="{909E8E84-426E-40DD-AFC4-6F175D3DCCD1}">
              <a14:hiddenFill xmlns:a14="http://schemas.microsoft.com/office/drawing/2010/main">
                <a:solidFill>
                  <a:srgbClr val="FFFFFF"/>
                </a:solidFill>
              </a14:hiddenFill>
            </a:ext>
          </a:extLst>
        </p:spPr>
      </p:pic>
      <p:pic>
        <p:nvPicPr>
          <p:cNvPr id="13" name="图片 12">
            <a:extLst>
              <a:ext uri="{FF2B5EF4-FFF2-40B4-BE49-F238E27FC236}">
                <a16:creationId xmlns:a16="http://schemas.microsoft.com/office/drawing/2014/main" id="{7C92E129-784C-C5A5-0B51-324A6B1F36F1}"/>
              </a:ext>
            </a:extLst>
          </p:cNvPr>
          <p:cNvPicPr>
            <a:picLocks noChangeAspect="1"/>
          </p:cNvPicPr>
          <p:nvPr/>
        </p:nvPicPr>
        <p:blipFill>
          <a:blip r:embed="rId11"/>
          <a:stretch>
            <a:fillRect/>
          </a:stretch>
        </p:blipFill>
        <p:spPr>
          <a:xfrm>
            <a:off x="706968" y="3285067"/>
            <a:ext cx="3251200" cy="3251200"/>
          </a:xfrm>
          <a:prstGeom prst="rect">
            <a:avLst/>
          </a:prstGeom>
        </p:spPr>
      </p:pic>
      <p:pic>
        <p:nvPicPr>
          <p:cNvPr id="14" name="图片 13">
            <a:extLst>
              <a:ext uri="{FF2B5EF4-FFF2-40B4-BE49-F238E27FC236}">
                <a16:creationId xmlns:a16="http://schemas.microsoft.com/office/drawing/2014/main" id="{8EDA6D8C-6E88-3C72-9E23-A2209C368148}"/>
              </a:ext>
            </a:extLst>
          </p:cNvPr>
          <p:cNvPicPr>
            <a:picLocks noChangeAspect="1"/>
          </p:cNvPicPr>
          <p:nvPr/>
        </p:nvPicPr>
        <p:blipFill>
          <a:blip r:embed="rId12"/>
          <a:stretch>
            <a:fillRect/>
          </a:stretch>
        </p:blipFill>
        <p:spPr>
          <a:xfrm>
            <a:off x="4152669" y="3471334"/>
            <a:ext cx="4081164" cy="2573866"/>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dissolve">
                                      <p:cBhvr>
                                        <p:cTn id="12" dur="500"/>
                                        <p:tgtEl>
                                          <p:spTgt spid="4">
                                            <p:txEl>
                                              <p:pRg st="0" end="0"/>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dissolve">
                                      <p:cBhvr>
                                        <p:cTn id="15" dur="500"/>
                                        <p:tgtEl>
                                          <p:spTgt spid="5">
                                            <p:txEl>
                                              <p:pRg st="0" end="0"/>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dissolv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animEffect transition="in" filter="dissolve">
                                      <p:cBhvr>
                                        <p:cTn id="23" dur="500"/>
                                        <p:tgtEl>
                                          <p:spTgt spid="6">
                                            <p:txEl>
                                              <p:pRg st="0" end="0"/>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7">
                                            <p:txEl>
                                              <p:pRg st="0" end="0"/>
                                            </p:txEl>
                                          </p:spTgt>
                                        </p:tgtEl>
                                        <p:attrNameLst>
                                          <p:attrName>style.visibility</p:attrName>
                                        </p:attrNameLst>
                                      </p:cBhvr>
                                      <p:to>
                                        <p:strVal val="visible"/>
                                      </p:to>
                                    </p:set>
                                    <p:animEffect transition="in" filter="dissolve">
                                      <p:cBhvr>
                                        <p:cTn id="26" dur="500"/>
                                        <p:tgtEl>
                                          <p:spTgt spid="7">
                                            <p:txEl>
                                              <p:pRg st="0" end="0"/>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dissolve">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8">
                                            <p:txEl>
                                              <p:pRg st="0" end="0"/>
                                            </p:txEl>
                                          </p:spTgt>
                                        </p:tgtEl>
                                        <p:attrNameLst>
                                          <p:attrName>style.visibility</p:attrName>
                                        </p:attrNameLst>
                                      </p:cBhvr>
                                      <p:to>
                                        <p:strVal val="visible"/>
                                      </p:to>
                                    </p:set>
                                    <p:animEffect transition="in" filter="dissolve">
                                      <p:cBhvr>
                                        <p:cTn id="34" dur="500"/>
                                        <p:tgtEl>
                                          <p:spTgt spid="8">
                                            <p:txEl>
                                              <p:pRg st="0" end="0"/>
                                            </p:txEl>
                                          </p:spTgt>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9">
                                            <p:txEl>
                                              <p:pRg st="0" end="0"/>
                                            </p:txEl>
                                          </p:spTgt>
                                        </p:tgtEl>
                                        <p:attrNameLst>
                                          <p:attrName>style.visibility</p:attrName>
                                        </p:attrNameLst>
                                      </p:cBhvr>
                                      <p:to>
                                        <p:strVal val="visible"/>
                                      </p:to>
                                    </p:set>
                                    <p:animEffect transition="in" filter="dissolve">
                                      <p:cBhvr>
                                        <p:cTn id="37" dur="500"/>
                                        <p:tgtEl>
                                          <p:spTgt spid="9">
                                            <p:txEl>
                                              <p:pRg st="0" end="0"/>
                                            </p:txEl>
                                          </p:spTgt>
                                        </p:tgtEl>
                                      </p:cBhvr>
                                    </p:animEffect>
                                  </p:childTnLst>
                                </p:cTn>
                              </p:par>
                              <p:par>
                                <p:cTn id="38" presetID="9" presetClass="entr" presetSubtype="0" fill="hold" nodeType="withEffect">
                                  <p:stCondLst>
                                    <p:cond delay="0"/>
                                  </p:stCondLst>
                                  <p:childTnLst>
                                    <p:set>
                                      <p:cBhvr>
                                        <p:cTn id="39" dur="1" fill="hold">
                                          <p:stCondLst>
                                            <p:cond delay="0"/>
                                          </p:stCondLst>
                                        </p:cTn>
                                        <p:tgtEl>
                                          <p:spTgt spid="3074"/>
                                        </p:tgtEl>
                                        <p:attrNameLst>
                                          <p:attrName>style.visibility</p:attrName>
                                        </p:attrNameLst>
                                      </p:cBhvr>
                                      <p:to>
                                        <p:strVal val="visible"/>
                                      </p:to>
                                    </p:set>
                                    <p:animEffect transition="in" filter="dissolve">
                                      <p:cBhvr>
                                        <p:cTn id="40"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P spid="5" grpId="0" build="p"/>
      <p:bldP spid="6" grpId="0" build="p"/>
      <p:bldP spid="7" grpId="0" build="p"/>
      <p:bldP spid="8" grpId="0" build="p"/>
      <p:bldP spid="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p:txBody>
          <a:bodyPr>
            <a:normAutofit/>
          </a:bodyPr>
          <a:lstStyle/>
          <a:p>
            <a:pPr algn="l">
              <a:lnSpc>
                <a:spcPct val="111000"/>
              </a:lnSpc>
            </a:pPr>
            <a:r>
              <a:rPr lang="zh-CN" altLang="en-US" dirty="0"/>
              <a:t>项目核心价值</a:t>
            </a:r>
          </a:p>
        </p:txBody>
      </p:sp>
      <p:sp>
        <p:nvSpPr>
          <p:cNvPr id="4" name="文本占位符 3"/>
          <p:cNvSpPr>
            <a:spLocks noGrp="1"/>
          </p:cNvSpPr>
          <p:nvPr>
            <p:ph type="body" idx="16386"/>
            <p:custDataLst>
              <p:tags r:id="rId3"/>
            </p:custDataLst>
          </p:nvPr>
        </p:nvSpPr>
        <p:spPr>
          <a:xfrm>
            <a:off x="1011644" y="1447800"/>
            <a:ext cx="5803901" cy="711200"/>
          </a:xfrm>
        </p:spPr>
        <p:txBody>
          <a:bodyPr>
            <a:normAutofit/>
          </a:bodyPr>
          <a:lstStyle/>
          <a:p>
            <a:pPr algn="l">
              <a:lnSpc>
                <a:spcPct val="111000"/>
              </a:lnSpc>
            </a:pPr>
            <a:r>
              <a:rPr lang="zh-CN" altLang="en-US" dirty="0"/>
              <a:t>填补市场空白：高性能与低成本的平衡</a:t>
            </a:r>
          </a:p>
        </p:txBody>
      </p:sp>
      <p:sp>
        <p:nvSpPr>
          <p:cNvPr id="5" name="文本占位符 4"/>
          <p:cNvSpPr>
            <a:spLocks noGrp="1"/>
          </p:cNvSpPr>
          <p:nvPr>
            <p:ph type="body" idx="16387"/>
            <p:custDataLst>
              <p:tags r:id="rId4"/>
            </p:custDataLst>
          </p:nvPr>
        </p:nvSpPr>
        <p:spPr>
          <a:xfrm>
            <a:off x="1011644" y="1930400"/>
            <a:ext cx="5803901" cy="1066800"/>
          </a:xfrm>
        </p:spPr>
        <p:txBody>
          <a:bodyPr>
            <a:normAutofit/>
          </a:bodyPr>
          <a:lstStyle/>
          <a:p>
            <a:pPr algn="l">
              <a:lnSpc>
                <a:spcPct val="125000"/>
              </a:lnSpc>
            </a:pPr>
            <a:r>
              <a:rPr lang="zh-CN" altLang="en-US" dirty="0"/>
              <a:t>针对传统脑机设备交互不自然、高端BCI产品难以普及的现状，提供兼具高性能、便携性与成本优势的协同控制方案。</a:t>
            </a:r>
          </a:p>
        </p:txBody>
      </p:sp>
      <p:sp>
        <p:nvSpPr>
          <p:cNvPr id="7" name="文本占位符 6"/>
          <p:cNvSpPr>
            <a:spLocks noGrp="1"/>
          </p:cNvSpPr>
          <p:nvPr>
            <p:ph type="body" idx="16388"/>
            <p:custDataLst>
              <p:tags r:id="rId5"/>
            </p:custDataLst>
          </p:nvPr>
        </p:nvSpPr>
        <p:spPr>
          <a:xfrm>
            <a:off x="1011644" y="2885764"/>
            <a:ext cx="9499600" cy="406400"/>
          </a:xfrm>
        </p:spPr>
        <p:txBody>
          <a:bodyPr>
            <a:normAutofit/>
          </a:bodyPr>
          <a:lstStyle/>
          <a:p>
            <a:pPr algn="l">
              <a:lnSpc>
                <a:spcPct val="111000"/>
              </a:lnSpc>
            </a:pPr>
            <a:r>
              <a:rPr lang="zh-CN" altLang="en-US" dirty="0"/>
              <a:t>多场景应用拓展：从医疗到工业</a:t>
            </a:r>
          </a:p>
        </p:txBody>
      </p:sp>
      <p:sp>
        <p:nvSpPr>
          <p:cNvPr id="8" name="文本占位符 7"/>
          <p:cNvSpPr>
            <a:spLocks noGrp="1"/>
          </p:cNvSpPr>
          <p:nvPr>
            <p:ph type="body" idx="16389"/>
            <p:custDataLst>
              <p:tags r:id="rId6"/>
            </p:custDataLst>
          </p:nvPr>
        </p:nvSpPr>
        <p:spPr>
          <a:xfrm>
            <a:off x="1011644" y="3384549"/>
            <a:ext cx="9499600" cy="609600"/>
          </a:xfrm>
        </p:spPr>
        <p:txBody>
          <a:bodyPr>
            <a:normAutofit/>
          </a:bodyPr>
          <a:lstStyle/>
          <a:p>
            <a:pPr algn="l">
              <a:lnSpc>
                <a:spcPct val="125000"/>
              </a:lnSpc>
            </a:pPr>
            <a:r>
              <a:rPr lang="zh-CN" altLang="en-US" dirty="0"/>
              <a:t>核心服务个人用户与康复机构，同时凭借高性能与便携性，有望延伸至物流、制造业等精密手部操作的职业辅助场景。</a:t>
            </a:r>
          </a:p>
        </p:txBody>
      </p:sp>
      <p:sp>
        <p:nvSpPr>
          <p:cNvPr id="10" name="文本占位符 9"/>
          <p:cNvSpPr>
            <a:spLocks noGrp="1"/>
          </p:cNvSpPr>
          <p:nvPr>
            <p:ph type="body" idx="16390"/>
            <p:custDataLst>
              <p:tags r:id="rId7"/>
            </p:custDataLst>
          </p:nvPr>
        </p:nvSpPr>
        <p:spPr>
          <a:xfrm>
            <a:off x="1011644" y="4401170"/>
            <a:ext cx="9499600" cy="406400"/>
          </a:xfrm>
        </p:spPr>
        <p:txBody>
          <a:bodyPr>
            <a:normAutofit/>
          </a:bodyPr>
          <a:lstStyle/>
          <a:p>
            <a:r>
              <a:rPr lang="zh-CN" altLang="en-US" dirty="0"/>
              <a:t>消费级与娱乐体验</a:t>
            </a:r>
          </a:p>
        </p:txBody>
      </p:sp>
      <p:sp>
        <p:nvSpPr>
          <p:cNvPr id="11" name="文本占位符 10"/>
          <p:cNvSpPr>
            <a:spLocks noGrp="1"/>
          </p:cNvSpPr>
          <p:nvPr>
            <p:ph type="body" idx="16391"/>
            <p:custDataLst>
              <p:tags r:id="rId8"/>
            </p:custDataLst>
          </p:nvPr>
        </p:nvSpPr>
        <p:spPr>
          <a:xfrm>
            <a:off x="1011644" y="4902200"/>
            <a:ext cx="10138956" cy="1219200"/>
          </a:xfrm>
        </p:spPr>
        <p:txBody>
          <a:bodyPr>
            <a:normAutofit/>
          </a:bodyPr>
          <a:lstStyle/>
          <a:p>
            <a:r>
              <a:rPr lang="zh-CN" altLang="en-US" dirty="0"/>
              <a:t>用户在家中佩戴</a:t>
            </a:r>
            <a:r>
              <a:rPr lang="en-US" altLang="zh-CN" dirty="0"/>
              <a:t>VR</a:t>
            </a:r>
            <a:r>
              <a:rPr lang="zh-CN" altLang="en-US" dirty="0"/>
              <a:t>眼镜和脑机接口设备，用意念控制远在千里之外景区的无人机飞行。当你想靠近看一朵花时，无人机就飞过去；当你想俯瞰全景时，无人机就升高。这种“身临其境且意临其境”的体验，比单纯的手柄控制更具沉浸感。</a:t>
            </a:r>
          </a:p>
        </p:txBody>
      </p:sp>
      <p:pic>
        <p:nvPicPr>
          <p:cNvPr id="20" name="图片 19">
            <a:extLst>
              <a:ext uri="{FF2B5EF4-FFF2-40B4-BE49-F238E27FC236}">
                <a16:creationId xmlns:a16="http://schemas.microsoft.com/office/drawing/2014/main" id="{69DBC7D8-EB04-2C58-338F-0B2F703A8C3B}"/>
              </a:ext>
            </a:extLst>
          </p:cNvPr>
          <p:cNvPicPr>
            <a:picLocks noChangeAspect="1"/>
          </p:cNvPicPr>
          <p:nvPr/>
        </p:nvPicPr>
        <p:blipFill>
          <a:blip r:embed="rId10"/>
          <a:stretch>
            <a:fillRect/>
          </a:stretch>
        </p:blipFill>
        <p:spPr>
          <a:xfrm>
            <a:off x="7234645" y="396564"/>
            <a:ext cx="4766855" cy="2508871"/>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dissolve">
                                      <p:cBhvr>
                                        <p:cTn id="12" dur="500"/>
                                        <p:tgtEl>
                                          <p:spTgt spid="4">
                                            <p:txEl>
                                              <p:pRg st="0" end="0"/>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dissolve">
                                      <p:cBhvr>
                                        <p:cTn id="15" dur="500"/>
                                        <p:tgtEl>
                                          <p:spTgt spid="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7">
                                            <p:txEl>
                                              <p:pRg st="0" end="0"/>
                                            </p:txEl>
                                          </p:spTgt>
                                        </p:tgtEl>
                                        <p:attrNameLst>
                                          <p:attrName>style.visibility</p:attrName>
                                        </p:attrNameLst>
                                      </p:cBhvr>
                                      <p:to>
                                        <p:strVal val="visible"/>
                                      </p:to>
                                    </p:set>
                                    <p:animEffect transition="in" filter="dissolve">
                                      <p:cBhvr>
                                        <p:cTn id="20" dur="500"/>
                                        <p:tgtEl>
                                          <p:spTgt spid="7">
                                            <p:txEl>
                                              <p:pRg st="0" end="0"/>
                                            </p:txEl>
                                          </p:spTgt>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animEffect transition="in" filter="dissolve">
                                      <p:cBhvr>
                                        <p:cTn id="23" dur="500"/>
                                        <p:tgtEl>
                                          <p:spTgt spid="8">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dissolve">
                                      <p:cBhvr>
                                        <p:cTn id="28" dur="500"/>
                                        <p:tgtEl>
                                          <p:spTgt spid="10">
                                            <p:txEl>
                                              <p:pRg st="0" end="0"/>
                                            </p:txEl>
                                          </p:spTgt>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1">
                                            <p:txEl>
                                              <p:pRg st="0" end="0"/>
                                            </p:txEl>
                                          </p:spTgt>
                                        </p:tgtEl>
                                        <p:attrNameLst>
                                          <p:attrName>style.visibility</p:attrName>
                                        </p:attrNameLst>
                                      </p:cBhvr>
                                      <p:to>
                                        <p:strVal val="visible"/>
                                      </p:to>
                                    </p:set>
                                    <p:animEffect transition="in" filter="dissolve">
                                      <p:cBhvr>
                                        <p:cTn id="31"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P spid="5" grpId="0" build="p"/>
      <p:bldP spid="7" grpId="0" build="p"/>
      <p:bldP spid="8" grpId="0" build="p"/>
      <p:bldP spid="10" grpId="0" build="p"/>
      <p:bldP spid="1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a:xfrm>
            <a:off x="609600" y="450228"/>
            <a:ext cx="10972800" cy="609600"/>
          </a:xfrm>
        </p:spPr>
        <p:txBody>
          <a:bodyPr>
            <a:normAutofit/>
          </a:bodyPr>
          <a:lstStyle/>
          <a:p>
            <a:pPr algn="l">
              <a:lnSpc>
                <a:spcPct val="111000"/>
              </a:lnSpc>
            </a:pPr>
            <a:r>
              <a:rPr lang="zh-CN" altLang="en-US" dirty="0"/>
              <a:t>更多应用场景</a:t>
            </a:r>
          </a:p>
        </p:txBody>
      </p:sp>
      <p:sp>
        <p:nvSpPr>
          <p:cNvPr id="4" name="文本占位符 3"/>
          <p:cNvSpPr>
            <a:spLocks noGrp="1"/>
          </p:cNvSpPr>
          <p:nvPr>
            <p:ph type="body" idx="16386"/>
            <p:custDataLst>
              <p:tags r:id="rId3"/>
            </p:custDataLst>
          </p:nvPr>
        </p:nvSpPr>
        <p:spPr>
          <a:xfrm>
            <a:off x="1011644" y="1127624"/>
            <a:ext cx="5803901" cy="711200"/>
          </a:xfrm>
        </p:spPr>
        <p:txBody>
          <a:bodyPr>
            <a:normAutofit/>
          </a:bodyPr>
          <a:lstStyle/>
          <a:p>
            <a:r>
              <a:rPr lang="zh-CN" altLang="en-US" dirty="0"/>
              <a:t>特种作业与应急救援</a:t>
            </a:r>
          </a:p>
        </p:txBody>
      </p:sp>
      <p:sp>
        <p:nvSpPr>
          <p:cNvPr id="5" name="文本占位符 4"/>
          <p:cNvSpPr>
            <a:spLocks noGrp="1"/>
          </p:cNvSpPr>
          <p:nvPr>
            <p:ph type="body" idx="16387"/>
            <p:custDataLst>
              <p:tags r:id="rId4"/>
            </p:custDataLst>
          </p:nvPr>
        </p:nvSpPr>
        <p:spPr>
          <a:xfrm>
            <a:off x="1011644" y="1610224"/>
            <a:ext cx="7400051" cy="1474632"/>
          </a:xfrm>
        </p:spPr>
        <p:txBody>
          <a:bodyPr>
            <a:normAutofit/>
          </a:bodyPr>
          <a:lstStyle/>
          <a:p>
            <a:r>
              <a:rPr lang="zh-CN" altLang="en-US" dirty="0"/>
              <a:t>在核辐射泄漏、化学污染区或战场前沿，脑控可以大幅降低操作员的反应时间（，实现“看到即控制”。这对于排查生化污染源、寻找幸存者至关重要。</a:t>
            </a:r>
          </a:p>
        </p:txBody>
      </p:sp>
      <p:sp>
        <p:nvSpPr>
          <p:cNvPr id="17" name="文本占位符 6">
            <a:extLst>
              <a:ext uri="{FF2B5EF4-FFF2-40B4-BE49-F238E27FC236}">
                <a16:creationId xmlns:a16="http://schemas.microsoft.com/office/drawing/2014/main" id="{EA570323-4A04-FCE3-78BA-0FAF9CB640FA}"/>
              </a:ext>
            </a:extLst>
          </p:cNvPr>
          <p:cNvSpPr>
            <a:spLocks noGrp="1"/>
          </p:cNvSpPr>
          <p:nvPr>
            <p:ph type="body" idx="16388"/>
            <p:custDataLst>
              <p:tags r:id="rId5"/>
            </p:custDataLst>
          </p:nvPr>
        </p:nvSpPr>
        <p:spPr>
          <a:xfrm>
            <a:off x="1011644" y="2685428"/>
            <a:ext cx="9499600" cy="406400"/>
          </a:xfrm>
        </p:spPr>
        <p:txBody>
          <a:bodyPr>
            <a:normAutofit/>
          </a:bodyPr>
          <a:lstStyle/>
          <a:p>
            <a:r>
              <a:rPr lang="zh-CN" altLang="en-US" dirty="0"/>
              <a:t>灾害救援中的搜索与救援：</a:t>
            </a:r>
          </a:p>
        </p:txBody>
      </p:sp>
      <p:sp>
        <p:nvSpPr>
          <p:cNvPr id="18" name="文本占位符 7">
            <a:extLst>
              <a:ext uri="{FF2B5EF4-FFF2-40B4-BE49-F238E27FC236}">
                <a16:creationId xmlns:a16="http://schemas.microsoft.com/office/drawing/2014/main" id="{848A0A51-DE8E-F72A-8717-0E3A114DC1EC}"/>
              </a:ext>
            </a:extLst>
          </p:cNvPr>
          <p:cNvSpPr>
            <a:spLocks noGrp="1"/>
          </p:cNvSpPr>
          <p:nvPr>
            <p:ph type="body" idx="16389"/>
            <p:custDataLst>
              <p:tags r:id="rId6"/>
            </p:custDataLst>
          </p:nvPr>
        </p:nvSpPr>
        <p:spPr>
          <a:xfrm>
            <a:off x="1011644" y="3193427"/>
            <a:ext cx="9499600" cy="1391271"/>
          </a:xfrm>
        </p:spPr>
        <p:txBody>
          <a:bodyPr>
            <a:normAutofit/>
          </a:bodyPr>
          <a:lstStyle/>
          <a:p>
            <a:r>
              <a:rPr lang="zh-CN" altLang="en-US" dirty="0"/>
              <a:t>在地震废墟或森林火灾中，救援人员往往双手被占（如拿着生命探测仪或破拆工具）。通过佩戴便携式脑机接口设备，救援人员可以用“意念”控制身边的无人飞机起飞、悬停、跟随，实时观察救援现场的全局情况，而无需放下手中的工具去操作遥控器。</a:t>
            </a:r>
          </a:p>
        </p:txBody>
      </p:sp>
      <p:sp>
        <p:nvSpPr>
          <p:cNvPr id="19" name="文本占位符 9">
            <a:extLst>
              <a:ext uri="{FF2B5EF4-FFF2-40B4-BE49-F238E27FC236}">
                <a16:creationId xmlns:a16="http://schemas.microsoft.com/office/drawing/2014/main" id="{595A780E-2706-7F54-DAEB-7C8798CAC0A3}"/>
              </a:ext>
            </a:extLst>
          </p:cNvPr>
          <p:cNvSpPr>
            <a:spLocks noGrp="1"/>
          </p:cNvSpPr>
          <p:nvPr>
            <p:ph type="body" idx="16390"/>
            <p:custDataLst>
              <p:tags r:id="rId7"/>
            </p:custDataLst>
          </p:nvPr>
        </p:nvSpPr>
        <p:spPr>
          <a:xfrm>
            <a:off x="1011644" y="4446432"/>
            <a:ext cx="9499600" cy="406400"/>
          </a:xfrm>
        </p:spPr>
        <p:txBody>
          <a:bodyPr>
            <a:normAutofit/>
          </a:bodyPr>
          <a:lstStyle/>
          <a:p>
            <a:r>
              <a:rPr lang="zh-CN" altLang="en-US" dirty="0"/>
              <a:t>军事与安防</a:t>
            </a:r>
          </a:p>
        </p:txBody>
      </p:sp>
      <p:sp>
        <p:nvSpPr>
          <p:cNvPr id="21" name="文本占位符 10">
            <a:extLst>
              <a:ext uri="{FF2B5EF4-FFF2-40B4-BE49-F238E27FC236}">
                <a16:creationId xmlns:a16="http://schemas.microsoft.com/office/drawing/2014/main" id="{C1BAFAA7-19F5-B59A-B1C6-324AA93666AC}"/>
              </a:ext>
            </a:extLst>
          </p:cNvPr>
          <p:cNvSpPr>
            <a:spLocks noGrp="1"/>
          </p:cNvSpPr>
          <p:nvPr>
            <p:ph type="body" idx="16391"/>
            <p:custDataLst>
              <p:tags r:id="rId8"/>
            </p:custDataLst>
          </p:nvPr>
        </p:nvSpPr>
        <p:spPr>
          <a:xfrm>
            <a:off x="1011644" y="4954431"/>
            <a:ext cx="6024156" cy="1892304"/>
          </a:xfrm>
        </p:spPr>
        <p:txBody>
          <a:bodyPr>
            <a:normAutofit/>
          </a:bodyPr>
          <a:lstStyle/>
          <a:p>
            <a:r>
              <a:rPr lang="zh-CN" altLang="en-US" dirty="0"/>
              <a:t>指挥官通过脑控系统下达宏观指令（如“包围那个区域”、“侦察那栋建筑”），由</a:t>
            </a:r>
            <a:r>
              <a:rPr lang="en-US" altLang="zh-CN" dirty="0"/>
              <a:t>AI</a:t>
            </a:r>
            <a:r>
              <a:rPr lang="zh-CN" altLang="en-US" dirty="0"/>
              <a:t>将宏观指令分解给蜂群中的每一个个体，脑机接口则实时监测指挥官的认知状态，判断其是否确认了当前战术。</a:t>
            </a:r>
          </a:p>
        </p:txBody>
      </p:sp>
      <p:pic>
        <p:nvPicPr>
          <p:cNvPr id="23" name="图片 22">
            <a:extLst>
              <a:ext uri="{FF2B5EF4-FFF2-40B4-BE49-F238E27FC236}">
                <a16:creationId xmlns:a16="http://schemas.microsoft.com/office/drawing/2014/main" id="{DED1179D-E2E1-1D61-79FB-260E8807E29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411695" y="613896"/>
            <a:ext cx="3615205" cy="2410136"/>
          </a:xfrm>
          <a:prstGeom prst="rect">
            <a:avLst/>
          </a:prstGeom>
        </p:spPr>
      </p:pic>
      <p:pic>
        <p:nvPicPr>
          <p:cNvPr id="25" name="图片 24">
            <a:extLst>
              <a:ext uri="{FF2B5EF4-FFF2-40B4-BE49-F238E27FC236}">
                <a16:creationId xmlns:a16="http://schemas.microsoft.com/office/drawing/2014/main" id="{206C5EC0-E1A6-8D44-5E21-96AF4DD4E5C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579078" y="3938432"/>
            <a:ext cx="4447822" cy="2501900"/>
          </a:xfrm>
          <a:prstGeom prst="rect">
            <a:avLst/>
          </a:prstGeom>
        </p:spPr>
      </p:pic>
    </p:spTree>
    <p:custDataLst>
      <p:tags r:id="rId1"/>
    </p:custDataLst>
    <p:extLst>
      <p:ext uri="{BB962C8B-B14F-4D97-AF65-F5344CB8AC3E}">
        <p14:creationId xmlns:p14="http://schemas.microsoft.com/office/powerpoint/2010/main" val="1511470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dissolve">
                                      <p:cBhvr>
                                        <p:cTn id="12" dur="500"/>
                                        <p:tgtEl>
                                          <p:spTgt spid="4">
                                            <p:txEl>
                                              <p:pRg st="0" end="0"/>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dissolve">
                                      <p:cBhvr>
                                        <p:cTn id="15" dur="500"/>
                                        <p:tgtEl>
                                          <p:spTgt spid="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7">
                                            <p:txEl>
                                              <p:pRg st="0" end="0"/>
                                            </p:txEl>
                                          </p:spTgt>
                                        </p:tgtEl>
                                        <p:attrNameLst>
                                          <p:attrName>style.visibility</p:attrName>
                                        </p:attrNameLst>
                                      </p:cBhvr>
                                      <p:to>
                                        <p:strVal val="visible"/>
                                      </p:to>
                                    </p:set>
                                    <p:animEffect transition="in" filter="dissolve">
                                      <p:cBhvr>
                                        <p:cTn id="20" dur="500"/>
                                        <p:tgtEl>
                                          <p:spTgt spid="17">
                                            <p:txEl>
                                              <p:pRg st="0" end="0"/>
                                            </p:txEl>
                                          </p:spTgt>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8">
                                            <p:txEl>
                                              <p:pRg st="0" end="0"/>
                                            </p:txEl>
                                          </p:spTgt>
                                        </p:tgtEl>
                                        <p:attrNameLst>
                                          <p:attrName>style.visibility</p:attrName>
                                        </p:attrNameLst>
                                      </p:cBhvr>
                                      <p:to>
                                        <p:strVal val="visible"/>
                                      </p:to>
                                    </p:set>
                                    <p:animEffect transition="in" filter="dissolve">
                                      <p:cBhvr>
                                        <p:cTn id="23" dur="500"/>
                                        <p:tgtEl>
                                          <p:spTgt spid="18">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9">
                                            <p:txEl>
                                              <p:pRg st="0" end="0"/>
                                            </p:txEl>
                                          </p:spTgt>
                                        </p:tgtEl>
                                        <p:attrNameLst>
                                          <p:attrName>style.visibility</p:attrName>
                                        </p:attrNameLst>
                                      </p:cBhvr>
                                      <p:to>
                                        <p:strVal val="visible"/>
                                      </p:to>
                                    </p:set>
                                    <p:animEffect transition="in" filter="dissolve">
                                      <p:cBhvr>
                                        <p:cTn id="28" dur="500"/>
                                        <p:tgtEl>
                                          <p:spTgt spid="19">
                                            <p:txEl>
                                              <p:pRg st="0" end="0"/>
                                            </p:txEl>
                                          </p:spTgt>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1">
                                            <p:txEl>
                                              <p:pRg st="0" end="0"/>
                                            </p:txEl>
                                          </p:spTgt>
                                        </p:tgtEl>
                                        <p:attrNameLst>
                                          <p:attrName>style.visibility</p:attrName>
                                        </p:attrNameLst>
                                      </p:cBhvr>
                                      <p:to>
                                        <p:strVal val="visible"/>
                                      </p:to>
                                    </p:set>
                                    <p:animEffect transition="in" filter="dissolve">
                                      <p:cBhvr>
                                        <p:cTn id="31"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P spid="5" grpId="0" build="p"/>
      <p:bldP spid="17" grpId="0" build="p"/>
      <p:bldP spid="18" grpId="0" build="p"/>
      <p:bldP spid="19" grpId="0" build="p"/>
      <p:bldP spid="2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
          <p:cNvSpPr>
            <a:spLocks noGrp="1"/>
          </p:cNvSpPr>
          <p:nvPr>
            <p:ph type="title" idx="16388"/>
            <p:custDataLst>
              <p:tags r:id="rId2"/>
            </p:custDataLst>
          </p:nvPr>
        </p:nvSpPr>
        <p:spPr/>
        <p:txBody>
          <a:bodyPr>
            <a:normAutofit/>
          </a:bodyPr>
          <a:lstStyle/>
          <a:p>
            <a:r>
              <a:rPr lang="zh-CN" altLang="en-US" dirty="0"/>
              <a:t>研究方法</a:t>
            </a:r>
            <a:br>
              <a:rPr lang="en-US" altLang="zh-CN" dirty="0"/>
            </a:br>
            <a:endParaRPr lang="zh-CN" altLang="en-US" dirty="0"/>
          </a:p>
        </p:txBody>
      </p:sp>
      <p:sp>
        <p:nvSpPr>
          <p:cNvPr id="3" name="文本占位符 13"/>
          <p:cNvSpPr>
            <a:spLocks noGrp="1"/>
          </p:cNvSpPr>
          <p:nvPr>
            <p:ph type="body" idx="16389"/>
            <p:custDataLst>
              <p:tags r:id="rId3"/>
            </p:custDataLst>
          </p:nvPr>
        </p:nvSpPr>
        <p:spPr/>
        <p:txBody>
          <a:bodyPr/>
          <a:lstStyle/>
          <a:p>
            <a:r>
              <a:rPr lang="en-US" altLang="en-US"/>
              <a:t>02</a:t>
            </a:r>
          </a:p>
        </p:txBody>
      </p:sp>
      <p:pic>
        <p:nvPicPr>
          <p:cNvPr id="5" name="图片 4">
            <a:extLst>
              <a:ext uri="{FF2B5EF4-FFF2-40B4-BE49-F238E27FC236}">
                <a16:creationId xmlns:a16="http://schemas.microsoft.com/office/drawing/2014/main" id="{3B92E21B-FA92-5356-479E-D84BC897F739}"/>
              </a:ext>
            </a:extLst>
          </p:cNvPr>
          <p:cNvPicPr>
            <a:picLocks noChangeAspect="1"/>
          </p:cNvPicPr>
          <p:nvPr/>
        </p:nvPicPr>
        <p:blipFill>
          <a:blip r:embed="rId5">
            <a:biLevel thresh="25000"/>
            <a:extLst>
              <a:ext uri="{28A0092B-C50C-407E-A947-70E740481C1C}">
                <a14:useLocalDpi xmlns:a14="http://schemas.microsoft.com/office/drawing/2010/main" val="0"/>
              </a:ext>
            </a:extLst>
          </a:blip>
          <a:stretch>
            <a:fillRect/>
          </a:stretch>
        </p:blipFill>
        <p:spPr>
          <a:xfrm>
            <a:off x="0" y="0"/>
            <a:ext cx="1119664" cy="1122774"/>
          </a:xfrm>
          <a:prstGeom prst="rect">
            <a:avLst/>
          </a:prstGeom>
        </p:spPr>
      </p:pic>
    </p:spTree>
    <p:custDataLst>
      <p:tags r:id="rId1"/>
    </p:custData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p:txBody>
          <a:bodyPr>
            <a:normAutofit/>
          </a:bodyPr>
          <a:lstStyle/>
          <a:p>
            <a:pPr algn="l">
              <a:lnSpc>
                <a:spcPct val="111000"/>
              </a:lnSpc>
            </a:pPr>
            <a:r>
              <a:rPr lang="zh-CN" altLang="en-US" dirty="0"/>
              <a:t>文献调研与方案筛选</a:t>
            </a:r>
          </a:p>
        </p:txBody>
      </p:sp>
      <p:sp>
        <p:nvSpPr>
          <p:cNvPr id="3" name="装饰  6"/>
          <p:cNvSpPr>
            <a:spLocks noGrp="1"/>
          </p:cNvSpPr>
          <p:nvPr>
            <p:ph type="body" idx="16394"/>
            <p:custDataLst>
              <p:tags r:id="rId3"/>
            </p:custDataLst>
          </p:nvPr>
        </p:nvSpPr>
        <p:spPr>
          <a:xfrm>
            <a:off x="609600" y="1322614"/>
            <a:ext cx="5334000" cy="4780644"/>
          </a:xfrm>
        </p:spPr>
        <p:txBody>
          <a:bodyPr/>
          <a:lstStyle/>
          <a:p>
            <a:r>
              <a:rPr lang="zh-CN" altLang="en-US" dirty="0"/>
              <a:t> </a:t>
            </a:r>
          </a:p>
        </p:txBody>
      </p:sp>
      <p:sp>
        <p:nvSpPr>
          <p:cNvPr id="5" name="文本占位符 4"/>
          <p:cNvSpPr>
            <a:spLocks noGrp="1"/>
          </p:cNvSpPr>
          <p:nvPr>
            <p:ph type="body" idx="16386"/>
            <p:custDataLst>
              <p:tags r:id="rId4"/>
            </p:custDataLst>
          </p:nvPr>
        </p:nvSpPr>
        <p:spPr>
          <a:xfrm>
            <a:off x="1127579" y="1565729"/>
            <a:ext cx="3251200" cy="406400"/>
          </a:xfrm>
        </p:spPr>
        <p:txBody>
          <a:bodyPr>
            <a:normAutofit/>
          </a:bodyPr>
          <a:lstStyle/>
          <a:p>
            <a:pPr algn="l">
              <a:lnSpc>
                <a:spcPct val="111000"/>
              </a:lnSpc>
            </a:pPr>
            <a:r>
              <a:rPr lang="zh-CN" altLang="en-US" dirty="0"/>
              <a:t>技术路线</a:t>
            </a:r>
            <a:r>
              <a:rPr lang="zh-CN" altLang="en-US" dirty="0">
                <a:solidFill>
                  <a:srgbClr val="FF0000"/>
                </a:solidFill>
              </a:rPr>
              <a:t>对比</a:t>
            </a:r>
            <a:r>
              <a:rPr lang="zh-CN" altLang="en-US" dirty="0"/>
              <a:t>分析</a:t>
            </a:r>
          </a:p>
        </p:txBody>
      </p:sp>
      <p:sp>
        <p:nvSpPr>
          <p:cNvPr id="6" name="文本占位符 5"/>
          <p:cNvSpPr>
            <a:spLocks noGrp="1"/>
          </p:cNvSpPr>
          <p:nvPr>
            <p:ph type="body" idx="16387"/>
            <p:custDataLst>
              <p:tags r:id="rId5"/>
            </p:custDataLst>
          </p:nvPr>
        </p:nvSpPr>
        <p:spPr>
          <a:xfrm>
            <a:off x="1143000" y="2146300"/>
            <a:ext cx="4334844" cy="1276665"/>
          </a:xfrm>
        </p:spPr>
        <p:txBody>
          <a:bodyPr>
            <a:normAutofit/>
          </a:bodyPr>
          <a:lstStyle/>
          <a:p>
            <a:pPr algn="l">
              <a:lnSpc>
                <a:spcPct val="125000"/>
              </a:lnSpc>
            </a:pPr>
            <a:r>
              <a:rPr lang="zh-CN" altLang="en-US" dirty="0"/>
              <a:t>对比运动想象（MI）与稳态视觉诱发电位（SSVEP）技术路径，SSVEP具有免训练、高准确率优势，更适配消费级场景</a:t>
            </a:r>
          </a:p>
        </p:txBody>
      </p:sp>
      <p:sp>
        <p:nvSpPr>
          <p:cNvPr id="7" name="装饰  2"/>
          <p:cNvSpPr>
            <a:spLocks noGrp="1"/>
          </p:cNvSpPr>
          <p:nvPr>
            <p:ph type="body" idx="16396"/>
            <p:custDataLst>
              <p:tags r:id="rId6"/>
            </p:custDataLst>
          </p:nvPr>
        </p:nvSpPr>
        <p:spPr>
          <a:xfrm>
            <a:off x="6248400" y="1322614"/>
            <a:ext cx="5334000" cy="2444456"/>
          </a:xfrm>
        </p:spPr>
        <p:txBody>
          <a:bodyPr/>
          <a:lstStyle/>
          <a:p>
            <a:r>
              <a:rPr lang="zh-CN" altLang="en-US" dirty="0"/>
              <a:t> </a:t>
            </a:r>
          </a:p>
        </p:txBody>
      </p:sp>
      <p:sp>
        <p:nvSpPr>
          <p:cNvPr id="9" name="文本占位符 8"/>
          <p:cNvSpPr>
            <a:spLocks noGrp="1"/>
          </p:cNvSpPr>
          <p:nvPr>
            <p:ph type="body" idx="16388"/>
            <p:custDataLst>
              <p:tags r:id="rId7"/>
            </p:custDataLst>
          </p:nvPr>
        </p:nvSpPr>
        <p:spPr>
          <a:xfrm>
            <a:off x="6584043" y="1525814"/>
            <a:ext cx="3251200" cy="406400"/>
          </a:xfrm>
        </p:spPr>
        <p:txBody>
          <a:bodyPr>
            <a:normAutofit/>
          </a:bodyPr>
          <a:lstStyle/>
          <a:p>
            <a:pPr algn="l">
              <a:lnSpc>
                <a:spcPct val="111000"/>
              </a:lnSpc>
            </a:pPr>
            <a:r>
              <a:rPr lang="zh-CN" altLang="en-US" dirty="0"/>
              <a:t>硬件方案选型</a:t>
            </a:r>
          </a:p>
        </p:txBody>
      </p:sp>
      <p:sp>
        <p:nvSpPr>
          <p:cNvPr id="10" name="文本占位符 9"/>
          <p:cNvSpPr>
            <a:spLocks noGrp="1"/>
          </p:cNvSpPr>
          <p:nvPr>
            <p:ph type="body" idx="16389"/>
            <p:custDataLst>
              <p:tags r:id="rId8"/>
            </p:custDataLst>
          </p:nvPr>
        </p:nvSpPr>
        <p:spPr>
          <a:xfrm>
            <a:off x="6584043" y="2033813"/>
            <a:ext cx="2559957" cy="1560736"/>
          </a:xfrm>
        </p:spPr>
        <p:txBody>
          <a:bodyPr>
            <a:normAutofit/>
          </a:bodyPr>
          <a:lstStyle/>
          <a:p>
            <a:pPr algn="l">
              <a:lnSpc>
                <a:spcPct val="125000"/>
              </a:lnSpc>
            </a:pPr>
            <a:r>
              <a:rPr lang="zh-CN" altLang="en-US" dirty="0"/>
              <a:t>评估干电极EEG设备（如NeuroSky Mindwave）与多通道系统性能差异，结合成本与便携性确定轻量化采集方案</a:t>
            </a:r>
          </a:p>
        </p:txBody>
      </p:sp>
      <p:sp>
        <p:nvSpPr>
          <p:cNvPr id="11" name="装饰  8"/>
          <p:cNvSpPr>
            <a:spLocks noGrp="1"/>
          </p:cNvSpPr>
          <p:nvPr>
            <p:ph type="body" idx="16398"/>
            <p:custDataLst>
              <p:tags r:id="rId9"/>
            </p:custDataLst>
          </p:nvPr>
        </p:nvSpPr>
        <p:spPr>
          <a:xfrm>
            <a:off x="6248400" y="3894683"/>
            <a:ext cx="5334000" cy="2209800"/>
          </a:xfrm>
        </p:spPr>
        <p:txBody>
          <a:bodyPr/>
          <a:lstStyle/>
          <a:p>
            <a:r>
              <a:rPr lang="zh-CN" altLang="en-US"/>
              <a:t> </a:t>
            </a:r>
          </a:p>
        </p:txBody>
      </p:sp>
      <p:sp>
        <p:nvSpPr>
          <p:cNvPr id="13" name="文本占位符 12"/>
          <p:cNvSpPr>
            <a:spLocks noGrp="1"/>
          </p:cNvSpPr>
          <p:nvPr>
            <p:ph type="body" idx="16390"/>
            <p:custDataLst>
              <p:tags r:id="rId10"/>
            </p:custDataLst>
          </p:nvPr>
        </p:nvSpPr>
        <p:spPr>
          <a:xfrm>
            <a:off x="6705600" y="4164070"/>
            <a:ext cx="3251200" cy="406400"/>
          </a:xfrm>
        </p:spPr>
        <p:txBody>
          <a:bodyPr>
            <a:normAutofit/>
          </a:bodyPr>
          <a:lstStyle/>
          <a:p>
            <a:pPr algn="l">
              <a:lnSpc>
                <a:spcPct val="111000"/>
              </a:lnSpc>
            </a:pPr>
            <a:r>
              <a:rPr lang="zh-CN" altLang="en-US" dirty="0"/>
              <a:t>算法策略优化</a:t>
            </a:r>
          </a:p>
        </p:txBody>
      </p:sp>
      <p:sp>
        <p:nvSpPr>
          <p:cNvPr id="14" name="文本占位符 13"/>
          <p:cNvSpPr>
            <a:spLocks noGrp="1"/>
          </p:cNvSpPr>
          <p:nvPr>
            <p:ph type="body" idx="16391"/>
            <p:custDataLst>
              <p:tags r:id="rId11"/>
            </p:custDataLst>
          </p:nvPr>
        </p:nvSpPr>
        <p:spPr>
          <a:xfrm>
            <a:off x="6642100" y="4782458"/>
            <a:ext cx="3953845" cy="1320800"/>
          </a:xfrm>
        </p:spPr>
        <p:txBody>
          <a:bodyPr>
            <a:normAutofit/>
          </a:bodyPr>
          <a:lstStyle/>
          <a:p>
            <a:pPr algn="l">
              <a:lnSpc>
                <a:spcPct val="125000"/>
              </a:lnSpc>
            </a:pPr>
            <a:r>
              <a:rPr lang="zh-CN" altLang="en-US" dirty="0"/>
              <a:t>分析单一模型机器学习在意图解码中的表现，决定采用模型蒸馏技术平衡精度与算力需求</a:t>
            </a:r>
          </a:p>
        </p:txBody>
      </p:sp>
      <p:pic>
        <p:nvPicPr>
          <p:cNvPr id="19" name="图片 18">
            <a:extLst>
              <a:ext uri="{FF2B5EF4-FFF2-40B4-BE49-F238E27FC236}">
                <a16:creationId xmlns:a16="http://schemas.microsoft.com/office/drawing/2014/main" id="{F013FD51-00C1-D8CD-B36D-A8AF6F11A3B0}"/>
              </a:ext>
            </a:extLst>
          </p:cNvPr>
          <p:cNvPicPr>
            <a:picLocks noChangeAspect="1"/>
          </p:cNvPicPr>
          <p:nvPr/>
        </p:nvPicPr>
        <p:blipFill>
          <a:blip r:embed="rId13"/>
          <a:stretch>
            <a:fillRect/>
          </a:stretch>
        </p:blipFill>
        <p:spPr>
          <a:xfrm>
            <a:off x="1127579" y="3346746"/>
            <a:ext cx="4225340" cy="2668224"/>
          </a:xfrm>
          <a:prstGeom prst="rect">
            <a:avLst/>
          </a:prstGeom>
        </p:spPr>
      </p:pic>
      <p:pic>
        <p:nvPicPr>
          <p:cNvPr id="20" name="图片 19">
            <a:extLst>
              <a:ext uri="{FF2B5EF4-FFF2-40B4-BE49-F238E27FC236}">
                <a16:creationId xmlns:a16="http://schemas.microsoft.com/office/drawing/2014/main" id="{6EA8D461-7A86-13BC-3B82-0D6CF3DA103C}"/>
              </a:ext>
            </a:extLst>
          </p:cNvPr>
          <p:cNvPicPr>
            <a:picLocks noChangeAspect="1"/>
          </p:cNvPicPr>
          <p:nvPr/>
        </p:nvPicPr>
        <p:blipFill>
          <a:blip r:embed="rId14"/>
          <a:stretch>
            <a:fillRect/>
          </a:stretch>
        </p:blipFill>
        <p:spPr>
          <a:xfrm>
            <a:off x="9479643" y="1565729"/>
            <a:ext cx="1709057" cy="1971989"/>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dissolve">
                                      <p:cBhvr>
                                        <p:cTn id="12" dur="500"/>
                                        <p:tgtEl>
                                          <p:spTgt spid="5">
                                            <p:txEl>
                                              <p:pRg st="0" end="0"/>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dissolve">
                                      <p:cBhvr>
                                        <p:cTn id="15" dur="500"/>
                                        <p:tgtEl>
                                          <p:spTgt spid="6">
                                            <p:txEl>
                                              <p:pRg st="0" end="0"/>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dissolve">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animEffect transition="in" filter="dissolve">
                                      <p:cBhvr>
                                        <p:cTn id="23" dur="500"/>
                                        <p:tgtEl>
                                          <p:spTgt spid="9">
                                            <p:txEl>
                                              <p:pRg st="0" end="0"/>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0">
                                            <p:txEl>
                                              <p:pRg st="0" end="0"/>
                                            </p:txEl>
                                          </p:spTgt>
                                        </p:tgtEl>
                                        <p:attrNameLst>
                                          <p:attrName>style.visibility</p:attrName>
                                        </p:attrNameLst>
                                      </p:cBhvr>
                                      <p:to>
                                        <p:strVal val="visible"/>
                                      </p:to>
                                    </p:set>
                                    <p:animEffect transition="in" filter="dissolve">
                                      <p:cBhvr>
                                        <p:cTn id="26" dur="500"/>
                                        <p:tgtEl>
                                          <p:spTgt spid="10">
                                            <p:txEl>
                                              <p:pRg st="0" end="0"/>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dissolve">
                                      <p:cBhvr>
                                        <p:cTn id="29" dur="500"/>
                                        <p:tgtEl>
                                          <p:spTgt spid="20"/>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3">
                                            <p:txEl>
                                              <p:pRg st="0" end="0"/>
                                            </p:txEl>
                                          </p:spTgt>
                                        </p:tgtEl>
                                        <p:attrNameLst>
                                          <p:attrName>style.visibility</p:attrName>
                                        </p:attrNameLst>
                                      </p:cBhvr>
                                      <p:to>
                                        <p:strVal val="visible"/>
                                      </p:to>
                                    </p:set>
                                    <p:animEffect transition="in" filter="dissolve">
                                      <p:cBhvr>
                                        <p:cTn id="34" dur="500"/>
                                        <p:tgtEl>
                                          <p:spTgt spid="13">
                                            <p:txEl>
                                              <p:pRg st="0" end="0"/>
                                            </p:txEl>
                                          </p:spTgt>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4">
                                            <p:txEl>
                                              <p:pRg st="0" end="0"/>
                                            </p:txEl>
                                          </p:spTgt>
                                        </p:tgtEl>
                                        <p:attrNameLst>
                                          <p:attrName>style.visibility</p:attrName>
                                        </p:attrNameLst>
                                      </p:cBhvr>
                                      <p:to>
                                        <p:strVal val="visible"/>
                                      </p:to>
                                    </p:set>
                                    <p:animEffect transition="in" filter="dissolve">
                                      <p:cBhvr>
                                        <p:cTn id="37"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P spid="6" grpId="0" build="p"/>
      <p:bldP spid="9" grpId="0" build="p"/>
      <p:bldP spid="10" grpId="0" build="p"/>
      <p:bldP spid="13" grpId="0" build="p"/>
      <p:bldP spid="1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
          <p:cNvSpPr>
            <a:spLocks noGrp="1"/>
          </p:cNvSpPr>
          <p:nvPr>
            <p:ph type="title" idx="16388"/>
            <p:custDataLst>
              <p:tags r:id="rId2"/>
            </p:custDataLst>
          </p:nvPr>
        </p:nvSpPr>
        <p:spPr/>
        <p:txBody>
          <a:bodyPr>
            <a:normAutofit/>
          </a:bodyPr>
          <a:lstStyle/>
          <a:p>
            <a:r>
              <a:rPr lang="zh-CN" altLang="en-US"/>
              <a:t>研究内容</a:t>
            </a:r>
          </a:p>
        </p:txBody>
      </p:sp>
      <p:sp>
        <p:nvSpPr>
          <p:cNvPr id="3" name="文本占位符 13"/>
          <p:cNvSpPr>
            <a:spLocks noGrp="1"/>
          </p:cNvSpPr>
          <p:nvPr>
            <p:ph type="body" idx="16389"/>
            <p:custDataLst>
              <p:tags r:id="rId3"/>
            </p:custDataLst>
          </p:nvPr>
        </p:nvSpPr>
        <p:spPr/>
        <p:txBody>
          <a:bodyPr/>
          <a:lstStyle/>
          <a:p>
            <a:r>
              <a:rPr lang="en-US" altLang="en-US"/>
              <a:t>03</a:t>
            </a:r>
          </a:p>
        </p:txBody>
      </p:sp>
      <p:pic>
        <p:nvPicPr>
          <p:cNvPr id="5" name="图片 4">
            <a:extLst>
              <a:ext uri="{FF2B5EF4-FFF2-40B4-BE49-F238E27FC236}">
                <a16:creationId xmlns:a16="http://schemas.microsoft.com/office/drawing/2014/main" id="{3676138D-7E8D-5069-6A7F-CB102D1567CD}"/>
              </a:ext>
            </a:extLst>
          </p:cNvPr>
          <p:cNvPicPr>
            <a:picLocks noChangeAspect="1"/>
          </p:cNvPicPr>
          <p:nvPr/>
        </p:nvPicPr>
        <p:blipFill>
          <a:blip r:embed="rId5">
            <a:biLevel thresh="25000"/>
            <a:extLst>
              <a:ext uri="{28A0092B-C50C-407E-A947-70E740481C1C}">
                <a14:useLocalDpi xmlns:a14="http://schemas.microsoft.com/office/drawing/2010/main" val="0"/>
              </a:ext>
            </a:extLst>
          </a:blip>
          <a:stretch>
            <a:fillRect/>
          </a:stretch>
        </p:blipFill>
        <p:spPr>
          <a:xfrm>
            <a:off x="0" y="0"/>
            <a:ext cx="1119664" cy="1122774"/>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p:txBody>
          <a:bodyPr>
            <a:normAutofit/>
          </a:bodyPr>
          <a:lstStyle/>
          <a:p>
            <a:pPr algn="l">
              <a:lnSpc>
                <a:spcPct val="111000"/>
              </a:lnSpc>
            </a:pPr>
            <a:r>
              <a:rPr lang="zh-CN" altLang="en-US" dirty="0"/>
              <a:t>技术方案</a:t>
            </a:r>
          </a:p>
        </p:txBody>
      </p:sp>
      <p:sp>
        <p:nvSpPr>
          <p:cNvPr id="13" name="文本占位符 12"/>
          <p:cNvSpPr>
            <a:spLocks noGrp="1"/>
          </p:cNvSpPr>
          <p:nvPr>
            <p:ph type="body" idx="16390"/>
            <p:custDataLst>
              <p:tags r:id="rId3"/>
            </p:custDataLst>
          </p:nvPr>
        </p:nvSpPr>
        <p:spPr>
          <a:xfrm>
            <a:off x="1426482" y="3862612"/>
            <a:ext cx="2844800" cy="406400"/>
          </a:xfrm>
        </p:spPr>
        <p:txBody>
          <a:bodyPr>
            <a:normAutofit fontScale="92500" lnSpcReduction="10000"/>
          </a:bodyPr>
          <a:lstStyle/>
          <a:p>
            <a:pPr algn="l">
              <a:lnSpc>
                <a:spcPct val="111000"/>
              </a:lnSpc>
            </a:pPr>
            <a:r>
              <a:rPr lang="zh-CN" altLang="en-US" sz="2800" dirty="0"/>
              <a:t>技术路线调整</a:t>
            </a:r>
          </a:p>
        </p:txBody>
      </p:sp>
      <p:sp>
        <p:nvSpPr>
          <p:cNvPr id="14" name="文本占位符 13"/>
          <p:cNvSpPr>
            <a:spLocks noGrp="1"/>
          </p:cNvSpPr>
          <p:nvPr>
            <p:ph type="body" idx="16391"/>
            <p:custDataLst>
              <p:tags r:id="rId4"/>
            </p:custDataLst>
          </p:nvPr>
        </p:nvSpPr>
        <p:spPr>
          <a:xfrm>
            <a:off x="1426482" y="4319812"/>
            <a:ext cx="4266292" cy="1498600"/>
          </a:xfrm>
        </p:spPr>
        <p:txBody>
          <a:bodyPr>
            <a:normAutofit/>
          </a:bodyPr>
          <a:lstStyle/>
          <a:p>
            <a:pPr algn="l">
              <a:lnSpc>
                <a:spcPct val="125000"/>
              </a:lnSpc>
            </a:pPr>
            <a:r>
              <a:rPr lang="zh-CN" altLang="en-US" sz="1800" dirty="0"/>
              <a:t>确定从机器学习驱动的运动想象解码，过渡到基于稳态视觉诱发电位（SSVEP）的非训练式意图识别方案</a:t>
            </a:r>
          </a:p>
        </p:txBody>
      </p:sp>
      <p:sp>
        <p:nvSpPr>
          <p:cNvPr id="19" name="文本占位符 4">
            <a:extLst>
              <a:ext uri="{FF2B5EF4-FFF2-40B4-BE49-F238E27FC236}">
                <a16:creationId xmlns:a16="http://schemas.microsoft.com/office/drawing/2014/main" id="{3A408D1B-BCA0-A35E-CFFF-2DB37E5B6012}"/>
              </a:ext>
            </a:extLst>
          </p:cNvPr>
          <p:cNvSpPr txBox="1">
            <a:spLocks/>
          </p:cNvSpPr>
          <p:nvPr>
            <p:custDataLst>
              <p:tags r:id="rId5"/>
            </p:custDataLst>
          </p:nvPr>
        </p:nvSpPr>
        <p:spPr>
          <a:xfrm>
            <a:off x="7315199" y="3913412"/>
            <a:ext cx="2844800" cy="406400"/>
          </a:xfrm>
          <a:prstGeom prst="rect">
            <a:avLst/>
          </a:prstGeom>
          <a:noFill/>
        </p:spPr>
        <p:txBody>
          <a:bodyPr vert="horz" lIns="0" tIns="0" rIns="0" bIns="0" rtlCol="0" anchor="t">
            <a:normAutofit fontScale="92500" lnSpcReduction="10000"/>
          </a:bodyPr>
          <a:lstStyle>
            <a:lvl1pPr marL="0" indent="0" algn="l"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dirty="0"/>
              <a:t>阶段性成果评估</a:t>
            </a:r>
          </a:p>
        </p:txBody>
      </p:sp>
      <p:sp>
        <p:nvSpPr>
          <p:cNvPr id="20" name="文本占位符 5">
            <a:extLst>
              <a:ext uri="{FF2B5EF4-FFF2-40B4-BE49-F238E27FC236}">
                <a16:creationId xmlns:a16="http://schemas.microsoft.com/office/drawing/2014/main" id="{851BDD7A-BD19-1E3A-7F8E-32739DE3EBDB}"/>
              </a:ext>
            </a:extLst>
          </p:cNvPr>
          <p:cNvSpPr txBox="1">
            <a:spLocks/>
          </p:cNvSpPr>
          <p:nvPr>
            <p:custDataLst>
              <p:tags r:id="rId6"/>
            </p:custDataLst>
          </p:nvPr>
        </p:nvSpPr>
        <p:spPr>
          <a:xfrm>
            <a:off x="7315199" y="4440918"/>
            <a:ext cx="4604657" cy="1775279"/>
          </a:xfrm>
          <a:prstGeom prst="rect">
            <a:avLst/>
          </a:prstGeom>
          <a:noFill/>
        </p:spPr>
        <p:txBody>
          <a:bodyPr vert="horz" lIns="0" tIns="0" rIns="0" bIns="0" rtlCol="0" anchor="t">
            <a:normAutofit/>
          </a:bodyPr>
          <a:lstStyle>
            <a:lvl1pPr marL="0" indent="0" algn="l"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t>指导老师给出阶段性评价，给出更适合当前设备的</a:t>
            </a:r>
            <a:r>
              <a:rPr lang="en-US" altLang="zh-CN" sz="1800" dirty="0"/>
              <a:t>SSVEP</a:t>
            </a:r>
            <a:r>
              <a:rPr lang="zh-CN" altLang="en-US" sz="1800" dirty="0"/>
              <a:t>基于视觉诱发电位的方案</a:t>
            </a:r>
          </a:p>
        </p:txBody>
      </p:sp>
      <p:sp>
        <p:nvSpPr>
          <p:cNvPr id="21" name="文本占位符 4">
            <a:extLst>
              <a:ext uri="{FF2B5EF4-FFF2-40B4-BE49-F238E27FC236}">
                <a16:creationId xmlns:a16="http://schemas.microsoft.com/office/drawing/2014/main" id="{89C91E00-F1C4-2625-5552-D26B4FA44D7E}"/>
              </a:ext>
            </a:extLst>
          </p:cNvPr>
          <p:cNvSpPr txBox="1">
            <a:spLocks/>
          </p:cNvSpPr>
          <p:nvPr>
            <p:custDataLst>
              <p:tags r:id="rId7"/>
            </p:custDataLst>
          </p:nvPr>
        </p:nvSpPr>
        <p:spPr>
          <a:xfrm>
            <a:off x="1426482" y="1583869"/>
            <a:ext cx="3098800" cy="406400"/>
          </a:xfrm>
          <a:prstGeom prst="rect">
            <a:avLst/>
          </a:prstGeom>
          <a:noFill/>
        </p:spPr>
        <p:txBody>
          <a:bodyPr vert="horz" lIns="0" tIns="0" rIns="0" bIns="0" rtlCol="0" anchor="t">
            <a:normAutofit fontScale="92500" lnSpcReduction="10000"/>
          </a:bodyPr>
          <a:lstStyle>
            <a:lvl1pPr marL="0" indent="0" algn="l" defTabSz="914400" rtl="0" eaLnBrk="1" latinLnBrk="0" hangingPunct="1">
              <a:lnSpc>
                <a:spcPct val="111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dirty="0"/>
              <a:t>个性化模型构建策略</a:t>
            </a:r>
          </a:p>
        </p:txBody>
      </p:sp>
      <p:sp>
        <p:nvSpPr>
          <p:cNvPr id="22" name="文本占位符 5">
            <a:extLst>
              <a:ext uri="{FF2B5EF4-FFF2-40B4-BE49-F238E27FC236}">
                <a16:creationId xmlns:a16="http://schemas.microsoft.com/office/drawing/2014/main" id="{09C5D24C-1578-43E3-8A1E-DDDA830D6FEF}"/>
              </a:ext>
            </a:extLst>
          </p:cNvPr>
          <p:cNvSpPr txBox="1">
            <a:spLocks/>
          </p:cNvSpPr>
          <p:nvPr>
            <p:custDataLst>
              <p:tags r:id="rId8"/>
            </p:custDataLst>
          </p:nvPr>
        </p:nvSpPr>
        <p:spPr>
          <a:xfrm>
            <a:off x="1426482" y="2091869"/>
            <a:ext cx="4376058" cy="2108200"/>
          </a:xfrm>
          <a:prstGeom prst="rect">
            <a:avLst/>
          </a:prstGeom>
          <a:noFill/>
        </p:spPr>
        <p:txBody>
          <a:bodyPr vert="horz" lIns="0" tIns="0" rIns="0" bIns="0" rtlCol="0" anchor="t">
            <a:normAutofit/>
          </a:bodyPr>
          <a:lstStyle>
            <a:lvl1pPr marL="0" indent="0" algn="l" defTabSz="914400" rtl="0" eaLnBrk="1" latinLnBrk="0" hangingPunct="1">
              <a:lnSpc>
                <a:spcPct val="125000"/>
              </a:lnSpc>
              <a:spcBef>
                <a:spcPct val="0"/>
              </a:spcBef>
              <a:spcAft>
                <a:spcPct val="0"/>
              </a:spcAft>
              <a:buFont typeface="Arial" panose="020B0604020202020204" pitchFamily="34" charset="0"/>
              <a:buNone/>
              <a:defRPr sz="1600" b="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t>采用数据有效性阈值判断与滑动窗口预测，训练时添加高斯噪声增强鲁棒性，通过分层采样与异常值缩放处理，提升模型泛化能力。</a:t>
            </a:r>
          </a:p>
        </p:txBody>
      </p:sp>
      <p:sp>
        <p:nvSpPr>
          <p:cNvPr id="23" name="装饰  2">
            <a:extLst>
              <a:ext uri="{FF2B5EF4-FFF2-40B4-BE49-F238E27FC236}">
                <a16:creationId xmlns:a16="http://schemas.microsoft.com/office/drawing/2014/main" id="{760EAFD1-078E-CAF4-09A0-6458506859FD}"/>
              </a:ext>
            </a:extLst>
          </p:cNvPr>
          <p:cNvSpPr txBox="1">
            <a:spLocks/>
          </p:cNvSpPr>
          <p:nvPr>
            <p:custDataLst>
              <p:tags r:id="rId9"/>
            </p:custDataLst>
          </p:nvPr>
        </p:nvSpPr>
        <p:spPr>
          <a:xfrm>
            <a:off x="914400" y="3810000"/>
            <a:ext cx="50800" cy="17272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solidFill>
            <a:schemeClr val="accent1"/>
          </a:solidFill>
          <a:ln>
            <a:solidFill>
              <a:prstClr val="black">
                <a:alpha val="0"/>
              </a:prstClr>
            </a:solidFill>
            <a:prstDash val="solid"/>
          </a:ln>
        </p:spPr>
        <p:txBody>
          <a:bodyPr vert="horz" lIns="91440" tIns="45720" rIns="91440" bIns="45720" rtlCol="0">
            <a:noAutofit/>
          </a:bodyPr>
          <a:lstStyle>
            <a:lvl1pPr marL="0" indent="0" algn="l" defTabSz="914400" rtl="0" eaLnBrk="1" latinLnBrk="0" hangingPunct="1">
              <a:lnSpc>
                <a:spcPct val="130000"/>
              </a:lnSpc>
              <a:spcBef>
                <a:spcPts val="1000"/>
              </a:spcBef>
              <a:buFont typeface="Arial" panose="020B0604020202020204" pitchFamily="34" charset="0"/>
              <a:buNone/>
              <a:defRPr sz="240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None/>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None/>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None/>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None/>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 </a:t>
            </a:r>
          </a:p>
        </p:txBody>
      </p:sp>
      <p:sp>
        <p:nvSpPr>
          <p:cNvPr id="24" name="文本占位符 7">
            <a:extLst>
              <a:ext uri="{FF2B5EF4-FFF2-40B4-BE49-F238E27FC236}">
                <a16:creationId xmlns:a16="http://schemas.microsoft.com/office/drawing/2014/main" id="{72291ADE-A35D-9E97-8BA5-A1E4F2DCC543}"/>
              </a:ext>
            </a:extLst>
          </p:cNvPr>
          <p:cNvSpPr txBox="1">
            <a:spLocks/>
          </p:cNvSpPr>
          <p:nvPr>
            <p:custDataLst>
              <p:tags r:id="rId10"/>
            </p:custDataLst>
          </p:nvPr>
        </p:nvSpPr>
        <p:spPr>
          <a:xfrm>
            <a:off x="7315199" y="1529442"/>
            <a:ext cx="3098800" cy="406400"/>
          </a:xfrm>
          <a:prstGeom prst="rect">
            <a:avLst/>
          </a:prstGeom>
          <a:noFill/>
        </p:spPr>
        <p:txBody>
          <a:bodyPr vert="horz" lIns="0" tIns="0" rIns="0" bIns="0" rtlCol="0" anchor="t">
            <a:normAutofit fontScale="92500" lnSpcReduction="10000"/>
          </a:bodyPr>
          <a:lstStyle>
            <a:lvl1pPr marL="0" indent="0" algn="l" defTabSz="914400" rtl="0" eaLnBrk="1" latinLnBrk="0" hangingPunct="1">
              <a:lnSpc>
                <a:spcPct val="111000"/>
              </a:lnSpc>
              <a:spcBef>
                <a:spcPct val="0"/>
              </a:spcBef>
              <a:spcAft>
                <a:spcPct val="0"/>
              </a:spcAft>
              <a:buFont typeface="Arial" panose="020B0604020202020204" pitchFamily="34" charset="0"/>
              <a:buNone/>
              <a:defRPr sz="2400" b="0" kern="1200" spc="0">
                <a:solidFill>
                  <a:srgbClr val="FFFFFF"/>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dirty="0">
                <a:solidFill>
                  <a:schemeClr val="tx1"/>
                </a:solidFill>
              </a:rPr>
              <a:t>神经网络架构优化</a:t>
            </a:r>
          </a:p>
        </p:txBody>
      </p:sp>
      <p:sp>
        <p:nvSpPr>
          <p:cNvPr id="25" name="文本占位符 8">
            <a:extLst>
              <a:ext uri="{FF2B5EF4-FFF2-40B4-BE49-F238E27FC236}">
                <a16:creationId xmlns:a16="http://schemas.microsoft.com/office/drawing/2014/main" id="{AA8A300D-63C7-FB7F-DEEB-751CA1D66A9E}"/>
              </a:ext>
            </a:extLst>
          </p:cNvPr>
          <p:cNvSpPr txBox="1">
            <a:spLocks/>
          </p:cNvSpPr>
          <p:nvPr>
            <p:custDataLst>
              <p:tags r:id="rId11"/>
            </p:custDataLst>
          </p:nvPr>
        </p:nvSpPr>
        <p:spPr>
          <a:xfrm>
            <a:off x="7315199" y="2144482"/>
            <a:ext cx="4351109" cy="1784348"/>
          </a:xfrm>
          <a:prstGeom prst="rect">
            <a:avLst/>
          </a:prstGeom>
          <a:noFill/>
        </p:spPr>
        <p:txBody>
          <a:bodyPr vert="horz" lIns="0" tIns="0" rIns="0" bIns="0" rtlCol="0" anchor="t">
            <a:normAutofit/>
          </a:bodyPr>
          <a:lstStyle>
            <a:lvl1pPr marL="0" indent="0" algn="l" defTabSz="914400" rtl="0" eaLnBrk="1" latinLnBrk="0" hangingPunct="1">
              <a:lnSpc>
                <a:spcPct val="125000"/>
              </a:lnSpc>
              <a:spcBef>
                <a:spcPct val="0"/>
              </a:spcBef>
              <a:spcAft>
                <a:spcPct val="0"/>
              </a:spcAft>
              <a:buFont typeface="Arial" panose="020B0604020202020204" pitchFamily="34" charset="0"/>
              <a:buNone/>
              <a:defRPr sz="1600" b="0" kern="1200" spc="0">
                <a:solidFill>
                  <a:srgbClr val="FFFFFF"/>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solidFill>
                  <a:schemeClr val="tx1"/>
                </a:solidFill>
              </a:rPr>
              <a:t>设计五种不同全连接神经网络架构，经独立训练后进行知识蒸馏，生成综合模型，通过损失曲线评估优化，提升意图识别准确率。</a:t>
            </a:r>
          </a:p>
        </p:txBody>
      </p:sp>
      <p:sp>
        <p:nvSpPr>
          <p:cNvPr id="40" name="装饰  2">
            <a:extLst>
              <a:ext uri="{FF2B5EF4-FFF2-40B4-BE49-F238E27FC236}">
                <a16:creationId xmlns:a16="http://schemas.microsoft.com/office/drawing/2014/main" id="{A5BA3820-5416-32D1-8413-FE0098043307}"/>
              </a:ext>
            </a:extLst>
          </p:cNvPr>
          <p:cNvSpPr txBox="1">
            <a:spLocks/>
          </p:cNvSpPr>
          <p:nvPr>
            <p:custDataLst>
              <p:tags r:id="rId12"/>
            </p:custDataLst>
          </p:nvPr>
        </p:nvSpPr>
        <p:spPr>
          <a:xfrm>
            <a:off x="6732815" y="3942441"/>
            <a:ext cx="50800" cy="17272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solidFill>
            <a:schemeClr val="accent1"/>
          </a:solidFill>
          <a:ln>
            <a:solidFill>
              <a:prstClr val="black">
                <a:alpha val="0"/>
              </a:prstClr>
            </a:solidFill>
            <a:prstDash val="solid"/>
          </a:ln>
        </p:spPr>
        <p:txBody>
          <a:bodyPr vert="horz" lIns="91440" tIns="45720" rIns="91440" bIns="45720" rtlCol="0">
            <a:noAutofit/>
          </a:bodyPr>
          <a:lstStyle>
            <a:lvl1pPr marL="0" indent="0" algn="l" defTabSz="914400" rtl="0" eaLnBrk="1" latinLnBrk="0" hangingPunct="1">
              <a:lnSpc>
                <a:spcPct val="130000"/>
              </a:lnSpc>
              <a:spcBef>
                <a:spcPts val="1000"/>
              </a:spcBef>
              <a:buFont typeface="Arial" panose="020B0604020202020204" pitchFamily="34" charset="0"/>
              <a:buNone/>
              <a:defRPr sz="240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None/>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None/>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None/>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None/>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 </a:t>
            </a:r>
          </a:p>
        </p:txBody>
      </p:sp>
      <p:sp>
        <p:nvSpPr>
          <p:cNvPr id="41" name="装饰  2">
            <a:extLst>
              <a:ext uri="{FF2B5EF4-FFF2-40B4-BE49-F238E27FC236}">
                <a16:creationId xmlns:a16="http://schemas.microsoft.com/office/drawing/2014/main" id="{A9F38253-5D2B-517F-3A75-4DB08FB0EA0D}"/>
              </a:ext>
            </a:extLst>
          </p:cNvPr>
          <p:cNvSpPr txBox="1">
            <a:spLocks/>
          </p:cNvSpPr>
          <p:nvPr>
            <p:custDataLst>
              <p:tags r:id="rId13"/>
            </p:custDataLst>
          </p:nvPr>
        </p:nvSpPr>
        <p:spPr>
          <a:xfrm>
            <a:off x="6707415" y="1566635"/>
            <a:ext cx="50800" cy="17272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solidFill>
            <a:schemeClr val="accent1"/>
          </a:solidFill>
          <a:ln>
            <a:solidFill>
              <a:prstClr val="black">
                <a:alpha val="0"/>
              </a:prstClr>
            </a:solidFill>
            <a:prstDash val="solid"/>
          </a:ln>
        </p:spPr>
        <p:txBody>
          <a:bodyPr vert="horz" lIns="91440" tIns="45720" rIns="91440" bIns="45720" rtlCol="0">
            <a:noAutofit/>
          </a:bodyPr>
          <a:lstStyle>
            <a:lvl1pPr marL="0" indent="0" algn="l" defTabSz="914400" rtl="0" eaLnBrk="1" latinLnBrk="0" hangingPunct="1">
              <a:lnSpc>
                <a:spcPct val="130000"/>
              </a:lnSpc>
              <a:spcBef>
                <a:spcPts val="1000"/>
              </a:spcBef>
              <a:buFont typeface="Arial" panose="020B0604020202020204" pitchFamily="34" charset="0"/>
              <a:buNone/>
              <a:defRPr sz="240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None/>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None/>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None/>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None/>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 </a:t>
            </a:r>
          </a:p>
        </p:txBody>
      </p:sp>
      <p:sp>
        <p:nvSpPr>
          <p:cNvPr id="42" name="装饰  2">
            <a:extLst>
              <a:ext uri="{FF2B5EF4-FFF2-40B4-BE49-F238E27FC236}">
                <a16:creationId xmlns:a16="http://schemas.microsoft.com/office/drawing/2014/main" id="{30639EBB-F219-F4D8-6FB9-377AC355ED29}"/>
              </a:ext>
            </a:extLst>
          </p:cNvPr>
          <p:cNvSpPr txBox="1">
            <a:spLocks/>
          </p:cNvSpPr>
          <p:nvPr>
            <p:custDataLst>
              <p:tags r:id="rId14"/>
            </p:custDataLst>
          </p:nvPr>
        </p:nvSpPr>
        <p:spPr>
          <a:xfrm>
            <a:off x="939800" y="1566635"/>
            <a:ext cx="50800" cy="17272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solidFill>
            <a:schemeClr val="accent1"/>
          </a:solidFill>
          <a:ln>
            <a:solidFill>
              <a:prstClr val="black">
                <a:alpha val="0"/>
              </a:prstClr>
            </a:solidFill>
            <a:prstDash val="solid"/>
          </a:ln>
        </p:spPr>
        <p:txBody>
          <a:bodyPr vert="horz" lIns="91440" tIns="45720" rIns="91440" bIns="45720" rtlCol="0">
            <a:noAutofit/>
          </a:bodyPr>
          <a:lstStyle>
            <a:lvl1pPr marL="0" indent="0" algn="l" defTabSz="914400" rtl="0" eaLnBrk="1" latinLnBrk="0" hangingPunct="1">
              <a:lnSpc>
                <a:spcPct val="130000"/>
              </a:lnSpc>
              <a:spcBef>
                <a:spcPts val="1000"/>
              </a:spcBef>
              <a:buFont typeface="Arial" panose="020B0604020202020204" pitchFamily="34" charset="0"/>
              <a:buNone/>
              <a:defRPr sz="240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None/>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None/>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None/>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None/>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 </a:t>
            </a:r>
          </a:p>
        </p:txBody>
      </p:sp>
    </p:spTree>
    <p:custDataLst>
      <p:tags r:id="rId1"/>
    </p:custData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500"/>
                                        <p:tgtEl>
                                          <p:spTgt spid="21"/>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dissolve">
                                      <p:cBhvr>
                                        <p:cTn id="15" dur="500"/>
                                        <p:tgtEl>
                                          <p:spTgt spid="42"/>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dissolve">
                                      <p:cBhvr>
                                        <p:cTn id="18" dur="5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dissolve">
                                      <p:cBhvr>
                                        <p:cTn id="23" dur="500"/>
                                        <p:tgtEl>
                                          <p:spTgt spid="24"/>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41"/>
                                        </p:tgtEl>
                                        <p:attrNameLst>
                                          <p:attrName>style.visibility</p:attrName>
                                        </p:attrNameLst>
                                      </p:cBhvr>
                                      <p:to>
                                        <p:strVal val="visible"/>
                                      </p:to>
                                    </p:set>
                                    <p:animEffect transition="in" filter="dissolve">
                                      <p:cBhvr>
                                        <p:cTn id="26" dur="500"/>
                                        <p:tgtEl>
                                          <p:spTgt spid="41"/>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dissolve">
                                      <p:cBhvr>
                                        <p:cTn id="29" dur="500"/>
                                        <p:tgtEl>
                                          <p:spTgt spid="25"/>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3">
                                            <p:txEl>
                                              <p:pRg st="0" end="0"/>
                                            </p:txEl>
                                          </p:spTgt>
                                        </p:tgtEl>
                                        <p:attrNameLst>
                                          <p:attrName>style.visibility</p:attrName>
                                        </p:attrNameLst>
                                      </p:cBhvr>
                                      <p:to>
                                        <p:strVal val="visible"/>
                                      </p:to>
                                    </p:set>
                                    <p:animEffect transition="in" filter="dissolve">
                                      <p:cBhvr>
                                        <p:cTn id="34" dur="500"/>
                                        <p:tgtEl>
                                          <p:spTgt spid="13">
                                            <p:txEl>
                                              <p:pRg st="0" end="0"/>
                                            </p:txEl>
                                          </p:spTgt>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4">
                                            <p:txEl>
                                              <p:pRg st="0" end="0"/>
                                            </p:txEl>
                                          </p:spTgt>
                                        </p:tgtEl>
                                        <p:attrNameLst>
                                          <p:attrName>style.visibility</p:attrName>
                                        </p:attrNameLst>
                                      </p:cBhvr>
                                      <p:to>
                                        <p:strVal val="visible"/>
                                      </p:to>
                                    </p:set>
                                    <p:animEffect transition="in" filter="dissolve">
                                      <p:cBhvr>
                                        <p:cTn id="37" dur="500"/>
                                        <p:tgtEl>
                                          <p:spTgt spid="14">
                                            <p:txEl>
                                              <p:pRg st="0" end="0"/>
                                            </p:txEl>
                                          </p:spTgt>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dissolve">
                                      <p:cBhvr>
                                        <p:cTn id="40" dur="5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dissolve">
                                      <p:cBhvr>
                                        <p:cTn id="45" dur="500"/>
                                        <p:tgtEl>
                                          <p:spTgt spid="19"/>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dissolve">
                                      <p:cBhvr>
                                        <p:cTn id="48" dur="500"/>
                                        <p:tgtEl>
                                          <p:spTgt spid="40"/>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dissolve">
                                      <p:cBhvr>
                                        <p:cTn id="5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build="p"/>
      <p:bldP spid="14" grpId="0" build="p"/>
      <p:bldP spid="19" grpId="0"/>
      <p:bldP spid="20" grpId="0"/>
      <p:bldP spid="21" grpId="0"/>
      <p:bldP spid="22" grpId="0"/>
      <p:bldP spid="23" grpId="0" animBg="1"/>
      <p:bldP spid="24" grpId="0"/>
      <p:bldP spid="25" grpId="0"/>
      <p:bldP spid="40" grpId="0" animBg="1"/>
      <p:bldP spid="41" grpId="0" animBg="1"/>
      <p:bldP spid="4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p:txBody>
          <a:bodyPr>
            <a:normAutofit/>
          </a:bodyPr>
          <a:lstStyle/>
          <a:p>
            <a:pPr algn="l">
              <a:lnSpc>
                <a:spcPct val="111000"/>
              </a:lnSpc>
            </a:pPr>
            <a:r>
              <a:rPr lang="zh-CN" altLang="en-US" dirty="0"/>
              <a:t>基于运动想象的意图预测方案</a:t>
            </a:r>
          </a:p>
        </p:txBody>
      </p:sp>
      <p:sp>
        <p:nvSpPr>
          <p:cNvPr id="3" name="装饰  6"/>
          <p:cNvSpPr>
            <a:spLocks noGrp="1"/>
          </p:cNvSpPr>
          <p:nvPr>
            <p:ph type="body" idx="16394"/>
            <p:custDataLst>
              <p:tags r:id="rId3"/>
            </p:custDataLst>
          </p:nvPr>
        </p:nvSpPr>
        <p:spPr/>
        <p:txBody>
          <a:bodyPr/>
          <a:lstStyle/>
          <a:p>
            <a:r>
              <a:rPr lang="zh-CN" altLang="en-US"/>
              <a:t> </a:t>
            </a:r>
          </a:p>
        </p:txBody>
      </p:sp>
      <p:pic>
        <p:nvPicPr>
          <p:cNvPr id="4" name="图片占位符 3" descr="5beb79ac-0bee-11f1-85f1-7e6457405cee"/>
          <p:cNvPicPr>
            <a:picLocks noGrp="1" noChangeAspect="1"/>
          </p:cNvPicPr>
          <p:nvPr>
            <p:ph type="pic" idx="16395"/>
            <p:custDataLst>
              <p:tags r:id="rId4"/>
            </p:custDataLst>
          </p:nvPr>
        </p:nvPicPr>
        <p:blipFill>
          <a:blip r:embed="rId20"/>
          <a:srcRect l="2505" r="2505"/>
          <a:stretch>
            <a:fillRect/>
          </a:stretch>
        </p:blipFill>
        <p:spPr>
          <a:xfrm>
            <a:off x="609600" y="1524000"/>
            <a:ext cx="1524000" cy="2209800"/>
          </a:xfrm>
          <a:custGeom>
            <a:avLst/>
            <a:gdLst>
              <a:gd name="connisteX0" fmla="*/ 0 w 1524000"/>
              <a:gd name="connsiteY0" fmla="*/ 203200 h 2209800"/>
              <a:gd name="connisteX1" fmla="*/ 203200 w 1524000"/>
              <a:gd name="connsiteY1" fmla="*/ 0 h 2209800"/>
              <a:gd name="connisteX2" fmla="*/ 1524000 w 1524000"/>
              <a:gd name="connsiteY2" fmla="*/ 0 h 2209800"/>
              <a:gd name="connisteX3" fmla="*/ 1524000 w 1524000"/>
              <a:gd name="connsiteY3" fmla="*/ 2209800 h 2209800"/>
              <a:gd name="connisteX4" fmla="*/ 203200 w 1524000"/>
              <a:gd name="connsiteY4" fmla="*/ 2209800 h 2209800"/>
              <a:gd name="connisteX5" fmla="*/ 0 w 1524000"/>
              <a:gd name="connsiteY5" fmla="*/ 2006600 h 2209800"/>
              <a:gd name="connisteX6" fmla="*/ 0 w 1524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1524000" h="2209800">
                <a:moveTo>
                  <a:pt x="0" y="203200"/>
                </a:moveTo>
                <a:cubicBezTo>
                  <a:pt x="0" y="90976"/>
                  <a:pt x="90976" y="0"/>
                  <a:pt x="203200" y="0"/>
                </a:cubicBezTo>
                <a:lnTo>
                  <a:pt x="1524000" y="0"/>
                </a:lnTo>
                <a:lnTo>
                  <a:pt x="1524000" y="2209800"/>
                </a:lnTo>
                <a:lnTo>
                  <a:pt x="203200" y="2209800"/>
                </a:lnTo>
                <a:cubicBezTo>
                  <a:pt x="90976" y="2209800"/>
                  <a:pt x="0" y="2118824"/>
                  <a:pt x="0" y="2006600"/>
                </a:cubicBezTo>
                <a:lnTo>
                  <a:pt x="0" y="203200"/>
                </a:lnTo>
                <a:close/>
              </a:path>
            </a:pathLst>
          </a:custGeom>
        </p:spPr>
      </p:pic>
      <p:sp>
        <p:nvSpPr>
          <p:cNvPr id="5" name="文本占位符 4"/>
          <p:cNvSpPr>
            <a:spLocks noGrp="1"/>
          </p:cNvSpPr>
          <p:nvPr>
            <p:ph type="body" idx="16386"/>
            <p:custDataLst>
              <p:tags r:id="rId5"/>
            </p:custDataLst>
          </p:nvPr>
        </p:nvSpPr>
        <p:spPr/>
        <p:txBody>
          <a:bodyPr>
            <a:normAutofit/>
          </a:bodyPr>
          <a:lstStyle/>
          <a:p>
            <a:pPr algn="l">
              <a:lnSpc>
                <a:spcPct val="111000"/>
              </a:lnSpc>
            </a:pPr>
            <a:r>
              <a:rPr lang="zh-CN" altLang="en-US" dirty="0"/>
              <a:t>运动想象神经机制</a:t>
            </a:r>
          </a:p>
        </p:txBody>
      </p:sp>
      <p:sp>
        <p:nvSpPr>
          <p:cNvPr id="6" name="文本占位符 5"/>
          <p:cNvSpPr>
            <a:spLocks noGrp="1"/>
          </p:cNvSpPr>
          <p:nvPr>
            <p:ph type="body" idx="16387"/>
            <p:custDataLst>
              <p:tags r:id="rId6"/>
            </p:custDataLst>
          </p:nvPr>
        </p:nvSpPr>
        <p:spPr/>
        <p:txBody>
          <a:bodyPr>
            <a:normAutofit/>
          </a:bodyPr>
          <a:lstStyle/>
          <a:p>
            <a:pPr algn="l">
              <a:lnSpc>
                <a:spcPct val="125000"/>
              </a:lnSpc>
            </a:pPr>
            <a:r>
              <a:rPr lang="zh-CN" altLang="en-US"/>
              <a:t>通过激活初级运动皮层（M1）、辅助运动区（SMA）等脑区，模拟实际运动神经通路，促进神经可塑性</a:t>
            </a:r>
          </a:p>
        </p:txBody>
      </p:sp>
      <p:sp>
        <p:nvSpPr>
          <p:cNvPr id="7" name="装饰  2"/>
          <p:cNvSpPr>
            <a:spLocks noGrp="1"/>
          </p:cNvSpPr>
          <p:nvPr>
            <p:ph type="body" idx="16396"/>
            <p:custDataLst>
              <p:tags r:id="rId7"/>
            </p:custDataLst>
          </p:nvPr>
        </p:nvSpPr>
        <p:spPr/>
        <p:txBody>
          <a:bodyPr/>
          <a:lstStyle/>
          <a:p>
            <a:r>
              <a:rPr lang="zh-CN" altLang="en-US"/>
              <a:t> </a:t>
            </a:r>
          </a:p>
        </p:txBody>
      </p:sp>
      <p:pic>
        <p:nvPicPr>
          <p:cNvPr id="8" name="图片占位符 7" descr="5beb79a8-0bee-11f1-85f1-7e6457405cee"/>
          <p:cNvPicPr>
            <a:picLocks noGrp="1" noChangeAspect="1"/>
          </p:cNvPicPr>
          <p:nvPr>
            <p:ph type="pic" idx="16397"/>
            <p:custDataLst>
              <p:tags r:id="rId8"/>
            </p:custDataLst>
          </p:nvPr>
        </p:nvPicPr>
        <p:blipFill>
          <a:blip r:embed="rId21"/>
          <a:srcRect l="2505" r="2505"/>
          <a:stretch>
            <a:fillRect/>
          </a:stretch>
        </p:blipFill>
        <p:spPr>
          <a:xfrm>
            <a:off x="6248400" y="1524000"/>
            <a:ext cx="1524000" cy="2209800"/>
          </a:xfrm>
          <a:custGeom>
            <a:avLst/>
            <a:gdLst>
              <a:gd name="connisteX0" fmla="*/ 0 w 1524000"/>
              <a:gd name="connsiteY0" fmla="*/ 203200 h 2209800"/>
              <a:gd name="connisteX1" fmla="*/ 203200 w 1524000"/>
              <a:gd name="connsiteY1" fmla="*/ 0 h 2209800"/>
              <a:gd name="connisteX2" fmla="*/ 1524000 w 1524000"/>
              <a:gd name="connsiteY2" fmla="*/ 0 h 2209800"/>
              <a:gd name="connisteX3" fmla="*/ 1524000 w 1524000"/>
              <a:gd name="connsiteY3" fmla="*/ 2209800 h 2209800"/>
              <a:gd name="connisteX4" fmla="*/ 203200 w 1524000"/>
              <a:gd name="connsiteY4" fmla="*/ 2209800 h 2209800"/>
              <a:gd name="connisteX5" fmla="*/ 0 w 1524000"/>
              <a:gd name="connsiteY5" fmla="*/ 2006600 h 2209800"/>
              <a:gd name="connisteX6" fmla="*/ 0 w 1524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1524000" h="2209800">
                <a:moveTo>
                  <a:pt x="0" y="203200"/>
                </a:moveTo>
                <a:cubicBezTo>
                  <a:pt x="0" y="90976"/>
                  <a:pt x="90976" y="0"/>
                  <a:pt x="203200" y="0"/>
                </a:cubicBezTo>
                <a:lnTo>
                  <a:pt x="1524000" y="0"/>
                </a:lnTo>
                <a:lnTo>
                  <a:pt x="1524000" y="2209800"/>
                </a:lnTo>
                <a:lnTo>
                  <a:pt x="203200" y="2209800"/>
                </a:lnTo>
                <a:cubicBezTo>
                  <a:pt x="90976" y="2209800"/>
                  <a:pt x="0" y="2118824"/>
                  <a:pt x="0" y="2006600"/>
                </a:cubicBezTo>
                <a:lnTo>
                  <a:pt x="0" y="203200"/>
                </a:lnTo>
                <a:close/>
              </a:path>
            </a:pathLst>
          </a:custGeom>
        </p:spPr>
      </p:pic>
      <p:sp>
        <p:nvSpPr>
          <p:cNvPr id="9" name="文本占位符 8"/>
          <p:cNvSpPr>
            <a:spLocks noGrp="1"/>
          </p:cNvSpPr>
          <p:nvPr>
            <p:ph type="body" idx="16388"/>
            <p:custDataLst>
              <p:tags r:id="rId9"/>
            </p:custDataLst>
          </p:nvPr>
        </p:nvSpPr>
        <p:spPr/>
        <p:txBody>
          <a:bodyPr>
            <a:normAutofit/>
          </a:bodyPr>
          <a:lstStyle/>
          <a:p>
            <a:pPr algn="l">
              <a:lnSpc>
                <a:spcPct val="111000"/>
              </a:lnSpc>
            </a:pPr>
            <a:r>
              <a:rPr lang="zh-CN" altLang="en-US"/>
              <a:t>数据采集与预处理</a:t>
            </a:r>
          </a:p>
        </p:txBody>
      </p:sp>
      <p:sp>
        <p:nvSpPr>
          <p:cNvPr id="10" name="文本占位符 9"/>
          <p:cNvSpPr>
            <a:spLocks noGrp="1"/>
          </p:cNvSpPr>
          <p:nvPr>
            <p:ph type="body" idx="16389"/>
            <p:custDataLst>
              <p:tags r:id="rId10"/>
            </p:custDataLst>
          </p:nvPr>
        </p:nvSpPr>
        <p:spPr/>
        <p:txBody>
          <a:bodyPr>
            <a:normAutofit/>
          </a:bodyPr>
          <a:lstStyle/>
          <a:p>
            <a:pPr algn="l">
              <a:lnSpc>
                <a:spcPct val="125000"/>
              </a:lnSpc>
            </a:pPr>
            <a:r>
              <a:rPr lang="zh-CN" altLang="en-US"/>
              <a:t>采用NeuroSky Mindwave设备采集EEG信号，通过滑动窗口、高斯噪声增强、鲁棒缩放处理异常值</a:t>
            </a:r>
          </a:p>
        </p:txBody>
      </p:sp>
      <p:sp>
        <p:nvSpPr>
          <p:cNvPr id="11" name="装饰  8"/>
          <p:cNvSpPr>
            <a:spLocks noGrp="1"/>
          </p:cNvSpPr>
          <p:nvPr>
            <p:ph type="body" idx="16398"/>
            <p:custDataLst>
              <p:tags r:id="rId11"/>
            </p:custDataLst>
          </p:nvPr>
        </p:nvSpPr>
        <p:spPr/>
        <p:txBody>
          <a:bodyPr/>
          <a:lstStyle/>
          <a:p>
            <a:r>
              <a:rPr lang="zh-CN" altLang="en-US"/>
              <a:t> </a:t>
            </a:r>
          </a:p>
        </p:txBody>
      </p:sp>
      <p:pic>
        <p:nvPicPr>
          <p:cNvPr id="12" name="图片占位符 11" descr="5beb79dd-0bee-11f1-85f1-7e6457405cee"/>
          <p:cNvPicPr>
            <a:picLocks noGrp="1" noChangeAspect="1"/>
          </p:cNvPicPr>
          <p:nvPr>
            <p:ph type="pic" idx="16399"/>
            <p:custDataLst>
              <p:tags r:id="rId12"/>
            </p:custDataLst>
          </p:nvPr>
        </p:nvPicPr>
        <p:blipFill>
          <a:blip r:embed="rId22"/>
          <a:srcRect l="2505" r="2505"/>
          <a:stretch>
            <a:fillRect/>
          </a:stretch>
        </p:blipFill>
        <p:spPr>
          <a:xfrm>
            <a:off x="4419600" y="4038600"/>
            <a:ext cx="1524000" cy="2209800"/>
          </a:xfrm>
          <a:custGeom>
            <a:avLst/>
            <a:gdLst>
              <a:gd name="connisteX0" fmla="*/ 0 w 1524000"/>
              <a:gd name="connsiteY0" fmla="*/ 0 h 2209800"/>
              <a:gd name="connisteX1" fmla="*/ 1320800 w 1524000"/>
              <a:gd name="connsiteY1" fmla="*/ 0 h 2209800"/>
              <a:gd name="connisteX2" fmla="*/ 1524000 w 1524000"/>
              <a:gd name="connsiteY2" fmla="*/ 203200 h 2209800"/>
              <a:gd name="connisteX3" fmla="*/ 1524000 w 1524000"/>
              <a:gd name="connsiteY3" fmla="*/ 2006600 h 2209800"/>
              <a:gd name="connisteX4" fmla="*/ 1320800 w 1524000"/>
              <a:gd name="connsiteY4" fmla="*/ 2209800 h 2209800"/>
              <a:gd name="connisteX5" fmla="*/ 0 w 1524000"/>
              <a:gd name="connsiteY5" fmla="*/ 2209800 h 2209800"/>
              <a:gd name="connisteX6" fmla="*/ 0 w 1524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1524000" h="2209800">
                <a:moveTo>
                  <a:pt x="0" y="0"/>
                </a:moveTo>
                <a:lnTo>
                  <a:pt x="1320800" y="0"/>
                </a:lnTo>
                <a:cubicBezTo>
                  <a:pt x="1433024" y="0"/>
                  <a:pt x="1524000" y="90976"/>
                  <a:pt x="1524000" y="203200"/>
                </a:cubicBezTo>
                <a:lnTo>
                  <a:pt x="1524000" y="2006600"/>
                </a:lnTo>
                <a:cubicBezTo>
                  <a:pt x="1524000" y="2118824"/>
                  <a:pt x="1433024" y="2209800"/>
                  <a:pt x="1320800" y="2209800"/>
                </a:cubicBezTo>
                <a:lnTo>
                  <a:pt x="0" y="2209800"/>
                </a:lnTo>
                <a:lnTo>
                  <a:pt x="0" y="0"/>
                </a:lnTo>
                <a:close/>
              </a:path>
            </a:pathLst>
          </a:custGeom>
        </p:spPr>
      </p:pic>
      <p:sp>
        <p:nvSpPr>
          <p:cNvPr id="13" name="文本占位符 12"/>
          <p:cNvSpPr>
            <a:spLocks noGrp="1"/>
          </p:cNvSpPr>
          <p:nvPr>
            <p:ph type="body" idx="16390"/>
            <p:custDataLst>
              <p:tags r:id="rId13"/>
            </p:custDataLst>
          </p:nvPr>
        </p:nvSpPr>
        <p:spPr/>
        <p:txBody>
          <a:bodyPr>
            <a:normAutofit/>
          </a:bodyPr>
          <a:lstStyle/>
          <a:p>
            <a:pPr algn="l">
              <a:lnSpc>
                <a:spcPct val="111000"/>
              </a:lnSpc>
            </a:pPr>
            <a:r>
              <a:rPr lang="zh-CN" altLang="en-US" dirty="0"/>
              <a:t>模型架构设计</a:t>
            </a:r>
          </a:p>
        </p:txBody>
      </p:sp>
      <p:sp>
        <p:nvSpPr>
          <p:cNvPr id="14" name="文本占位符 13"/>
          <p:cNvSpPr>
            <a:spLocks noGrp="1"/>
          </p:cNvSpPr>
          <p:nvPr>
            <p:ph type="body" idx="16391"/>
            <p:custDataLst>
              <p:tags r:id="rId14"/>
            </p:custDataLst>
          </p:nvPr>
        </p:nvSpPr>
        <p:spPr/>
        <p:txBody>
          <a:bodyPr>
            <a:normAutofit/>
          </a:bodyPr>
          <a:lstStyle/>
          <a:p>
            <a:pPr algn="l">
              <a:lnSpc>
                <a:spcPct val="125000"/>
              </a:lnSpc>
            </a:pPr>
            <a:r>
              <a:rPr lang="zh-CN" altLang="en-US"/>
              <a:t>构建5种全连接神经网络架构，经知识蒸馏生成综合模型，实现用户个性化意图预测</a:t>
            </a:r>
          </a:p>
        </p:txBody>
      </p:sp>
      <p:sp>
        <p:nvSpPr>
          <p:cNvPr id="15" name="装饰  2"/>
          <p:cNvSpPr>
            <a:spLocks noGrp="1"/>
          </p:cNvSpPr>
          <p:nvPr>
            <p:ph type="body" idx="16400"/>
            <p:custDataLst>
              <p:tags r:id="rId15"/>
            </p:custDataLst>
          </p:nvPr>
        </p:nvSpPr>
        <p:spPr/>
        <p:txBody>
          <a:bodyPr/>
          <a:lstStyle/>
          <a:p>
            <a:r>
              <a:rPr lang="zh-CN" altLang="en-US"/>
              <a:t> </a:t>
            </a:r>
          </a:p>
        </p:txBody>
      </p:sp>
      <p:pic>
        <p:nvPicPr>
          <p:cNvPr id="16" name="图片占位符 15" descr="5beb7b94-0bee-11f1-85f1-7e6457405cee"/>
          <p:cNvPicPr>
            <a:picLocks noGrp="1" noChangeAspect="1"/>
          </p:cNvPicPr>
          <p:nvPr>
            <p:ph type="pic" idx="16401"/>
            <p:custDataLst>
              <p:tags r:id="rId16"/>
            </p:custDataLst>
          </p:nvPr>
        </p:nvPicPr>
        <p:blipFill>
          <a:blip r:embed="rId23"/>
          <a:srcRect l="2505" r="2505"/>
          <a:stretch>
            <a:fillRect/>
          </a:stretch>
        </p:blipFill>
        <p:spPr>
          <a:xfrm>
            <a:off x="10058400" y="4038600"/>
            <a:ext cx="1524000" cy="2209800"/>
          </a:xfrm>
          <a:custGeom>
            <a:avLst/>
            <a:gdLst>
              <a:gd name="connisteX0" fmla="*/ 0 w 1524000"/>
              <a:gd name="connsiteY0" fmla="*/ 0 h 2209800"/>
              <a:gd name="connisteX1" fmla="*/ 1320800 w 1524000"/>
              <a:gd name="connsiteY1" fmla="*/ 0 h 2209800"/>
              <a:gd name="connisteX2" fmla="*/ 1524000 w 1524000"/>
              <a:gd name="connsiteY2" fmla="*/ 203200 h 2209800"/>
              <a:gd name="connisteX3" fmla="*/ 1524000 w 1524000"/>
              <a:gd name="connsiteY3" fmla="*/ 2006600 h 2209800"/>
              <a:gd name="connisteX4" fmla="*/ 1320800 w 1524000"/>
              <a:gd name="connsiteY4" fmla="*/ 2209800 h 2209800"/>
              <a:gd name="connisteX5" fmla="*/ 0 w 1524000"/>
              <a:gd name="connsiteY5" fmla="*/ 2209800 h 2209800"/>
              <a:gd name="connisteX6" fmla="*/ 0 w 15240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0" t="0" r="0" b="0"/>
            <a:pathLst>
              <a:path w="1524000" h="2209800">
                <a:moveTo>
                  <a:pt x="0" y="0"/>
                </a:moveTo>
                <a:lnTo>
                  <a:pt x="1320800" y="0"/>
                </a:lnTo>
                <a:cubicBezTo>
                  <a:pt x="1433024" y="0"/>
                  <a:pt x="1524000" y="90976"/>
                  <a:pt x="1524000" y="203200"/>
                </a:cubicBezTo>
                <a:lnTo>
                  <a:pt x="1524000" y="2006600"/>
                </a:lnTo>
                <a:cubicBezTo>
                  <a:pt x="1524000" y="2118824"/>
                  <a:pt x="1433024" y="2209800"/>
                  <a:pt x="1320800" y="2209800"/>
                </a:cubicBezTo>
                <a:lnTo>
                  <a:pt x="0" y="2209800"/>
                </a:lnTo>
                <a:lnTo>
                  <a:pt x="0" y="0"/>
                </a:lnTo>
                <a:close/>
              </a:path>
            </a:pathLst>
          </a:custGeom>
        </p:spPr>
      </p:pic>
      <p:sp>
        <p:nvSpPr>
          <p:cNvPr id="17" name="文本占位符 16"/>
          <p:cNvSpPr>
            <a:spLocks noGrp="1"/>
          </p:cNvSpPr>
          <p:nvPr>
            <p:ph type="body" idx="16392"/>
            <p:custDataLst>
              <p:tags r:id="rId17"/>
            </p:custDataLst>
          </p:nvPr>
        </p:nvSpPr>
        <p:spPr/>
        <p:txBody>
          <a:bodyPr>
            <a:normAutofit/>
          </a:bodyPr>
          <a:lstStyle/>
          <a:p>
            <a:pPr algn="l">
              <a:lnSpc>
                <a:spcPct val="111000"/>
              </a:lnSpc>
            </a:pPr>
            <a:r>
              <a:rPr lang="zh-CN" altLang="en-US" dirty="0"/>
              <a:t>实验验证结果</a:t>
            </a:r>
          </a:p>
        </p:txBody>
      </p:sp>
      <p:sp>
        <p:nvSpPr>
          <p:cNvPr id="18" name="文本占位符 17"/>
          <p:cNvSpPr>
            <a:spLocks noGrp="1"/>
          </p:cNvSpPr>
          <p:nvPr>
            <p:ph type="body" idx="16393"/>
            <p:custDataLst>
              <p:tags r:id="rId18"/>
            </p:custDataLst>
          </p:nvPr>
        </p:nvSpPr>
        <p:spPr/>
        <p:txBody>
          <a:bodyPr>
            <a:normAutofit/>
          </a:bodyPr>
          <a:lstStyle/>
          <a:p>
            <a:pPr algn="l">
              <a:lnSpc>
                <a:spcPct val="125000"/>
              </a:lnSpc>
            </a:pPr>
            <a:r>
              <a:rPr lang="zh-CN" altLang="en-US"/>
              <a:t>无人机控制任务中，平均识别准确率达80%，支持起落、升降、转弯等基础动作指令生成</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dissolve">
                                      <p:cBhvr>
                                        <p:cTn id="15" dur="500"/>
                                        <p:tgtEl>
                                          <p:spTgt spid="5">
                                            <p:txEl>
                                              <p:pRg st="0" end="0"/>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dissolve">
                                      <p:cBhvr>
                                        <p:cTn id="18" dur="500"/>
                                        <p:tgtEl>
                                          <p:spTgt spid="6">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dissolve">
                                      <p:cBhvr>
                                        <p:cTn id="23" dur="500"/>
                                        <p:tgtEl>
                                          <p:spTgt spid="8"/>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0">
                                            <p:txEl>
                                              <p:pRg st="0" end="0"/>
                                            </p:txEl>
                                          </p:spTgt>
                                        </p:tgtEl>
                                        <p:attrNameLst>
                                          <p:attrName>style.visibility</p:attrName>
                                        </p:attrNameLst>
                                      </p:cBhvr>
                                      <p:to>
                                        <p:strVal val="visible"/>
                                      </p:to>
                                    </p:set>
                                    <p:animEffect transition="in" filter="dissolve">
                                      <p:cBhvr>
                                        <p:cTn id="26" dur="500"/>
                                        <p:tgtEl>
                                          <p:spTgt spid="10">
                                            <p:txEl>
                                              <p:pRg st="0" end="0"/>
                                            </p:txEl>
                                          </p:spTgt>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9">
                                            <p:txEl>
                                              <p:pRg st="0" end="0"/>
                                            </p:txEl>
                                          </p:spTgt>
                                        </p:tgtEl>
                                        <p:attrNameLst>
                                          <p:attrName>style.visibility</p:attrName>
                                        </p:attrNameLst>
                                      </p:cBhvr>
                                      <p:to>
                                        <p:strVal val="visible"/>
                                      </p:to>
                                    </p:set>
                                    <p:animEffect transition="in" filter="dissolve">
                                      <p:cBhvr>
                                        <p:cTn id="29" dur="500"/>
                                        <p:tgtEl>
                                          <p:spTgt spid="9">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3">
                                            <p:txEl>
                                              <p:pRg st="0" end="0"/>
                                            </p:txEl>
                                          </p:spTgt>
                                        </p:tgtEl>
                                        <p:attrNameLst>
                                          <p:attrName>style.visibility</p:attrName>
                                        </p:attrNameLst>
                                      </p:cBhvr>
                                      <p:to>
                                        <p:strVal val="visible"/>
                                      </p:to>
                                    </p:set>
                                    <p:animEffect transition="in" filter="dissolve">
                                      <p:cBhvr>
                                        <p:cTn id="34" dur="500"/>
                                        <p:tgtEl>
                                          <p:spTgt spid="13">
                                            <p:txEl>
                                              <p:pRg st="0" end="0"/>
                                            </p:txEl>
                                          </p:spTgt>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4">
                                            <p:txEl>
                                              <p:pRg st="0" end="0"/>
                                            </p:txEl>
                                          </p:spTgt>
                                        </p:tgtEl>
                                        <p:attrNameLst>
                                          <p:attrName>style.visibility</p:attrName>
                                        </p:attrNameLst>
                                      </p:cBhvr>
                                      <p:to>
                                        <p:strVal val="visible"/>
                                      </p:to>
                                    </p:set>
                                    <p:animEffect transition="in" filter="dissolve">
                                      <p:cBhvr>
                                        <p:cTn id="37" dur="500"/>
                                        <p:tgtEl>
                                          <p:spTgt spid="14">
                                            <p:txEl>
                                              <p:pRg st="0" end="0"/>
                                            </p:txEl>
                                          </p:spTgt>
                                        </p:tgtEl>
                                      </p:cBhvr>
                                    </p:animEffect>
                                  </p:childTnLst>
                                </p:cTn>
                              </p:par>
                              <p:par>
                                <p:cTn id="38" presetID="9" presetClass="entr" presetSubtype="0" fill="hold"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dissolve">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17">
                                            <p:txEl>
                                              <p:pRg st="0" end="0"/>
                                            </p:txEl>
                                          </p:spTgt>
                                        </p:tgtEl>
                                        <p:attrNameLst>
                                          <p:attrName>style.visibility</p:attrName>
                                        </p:attrNameLst>
                                      </p:cBhvr>
                                      <p:to>
                                        <p:strVal val="visible"/>
                                      </p:to>
                                    </p:set>
                                    <p:animEffect transition="in" filter="dissolve">
                                      <p:cBhvr>
                                        <p:cTn id="45" dur="500"/>
                                        <p:tgtEl>
                                          <p:spTgt spid="17">
                                            <p:txEl>
                                              <p:pRg st="0" end="0"/>
                                            </p:txEl>
                                          </p:spTgt>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18">
                                            <p:txEl>
                                              <p:pRg st="0" end="0"/>
                                            </p:txEl>
                                          </p:spTgt>
                                        </p:tgtEl>
                                        <p:attrNameLst>
                                          <p:attrName>style.visibility</p:attrName>
                                        </p:attrNameLst>
                                      </p:cBhvr>
                                      <p:to>
                                        <p:strVal val="visible"/>
                                      </p:to>
                                    </p:set>
                                    <p:animEffect transition="in" filter="dissolve">
                                      <p:cBhvr>
                                        <p:cTn id="48" dur="500"/>
                                        <p:tgtEl>
                                          <p:spTgt spid="18">
                                            <p:txEl>
                                              <p:pRg st="0" end="0"/>
                                            </p:txEl>
                                          </p:spTgt>
                                        </p:tgtEl>
                                      </p:cBhvr>
                                    </p:animEffect>
                                  </p:childTnLst>
                                </p:cTn>
                              </p:par>
                              <p:par>
                                <p:cTn id="49" presetID="9" presetClass="entr" presetSubtype="0" fill="hold"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dissolve">
                                      <p:cBhvr>
                                        <p:cTn id="5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P spid="6" grpId="0" build="p"/>
      <p:bldP spid="9" grpId="0" build="p"/>
      <p:bldP spid="10" grpId="0" build="p"/>
      <p:bldP spid="13" grpId="0" build="p"/>
      <p:bldP spid="14" grpId="0" build="p"/>
      <p:bldP spid="17" grpId="0" build="p"/>
      <p:bldP spid="18"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384566-6024-6F7A-9B44-E9A82785A074}"/>
              </a:ext>
            </a:extLst>
          </p:cNvPr>
          <p:cNvSpPr>
            <a:spLocks noGrp="1"/>
          </p:cNvSpPr>
          <p:nvPr>
            <p:ph type="ctrTitle" idx="16385"/>
          </p:nvPr>
        </p:nvSpPr>
        <p:spPr/>
        <p:txBody>
          <a:bodyPr/>
          <a:lstStyle/>
          <a:p>
            <a:r>
              <a:rPr kumimoji="1" lang="zh-CN" altLang="en-US" dirty="0"/>
              <a:t>基于</a:t>
            </a:r>
            <a:r>
              <a:rPr kumimoji="1" lang="en-US" altLang="zh-CN" dirty="0"/>
              <a:t>SSVEP</a:t>
            </a:r>
            <a:r>
              <a:rPr kumimoji="1" lang="zh-CN" altLang="en-US" dirty="0"/>
              <a:t>的行为判断方案</a:t>
            </a:r>
          </a:p>
        </p:txBody>
      </p:sp>
      <p:sp>
        <p:nvSpPr>
          <p:cNvPr id="19" name="文本框 18">
            <a:extLst>
              <a:ext uri="{FF2B5EF4-FFF2-40B4-BE49-F238E27FC236}">
                <a16:creationId xmlns:a16="http://schemas.microsoft.com/office/drawing/2014/main" id="{5BD87D06-6DC7-D10D-A532-B10698D732AB}"/>
              </a:ext>
            </a:extLst>
          </p:cNvPr>
          <p:cNvSpPr txBox="1"/>
          <p:nvPr/>
        </p:nvSpPr>
        <p:spPr>
          <a:xfrm>
            <a:off x="1964872" y="1959428"/>
            <a:ext cx="4669971" cy="369332"/>
          </a:xfrm>
          <a:prstGeom prst="rect">
            <a:avLst/>
          </a:prstGeom>
          <a:noFill/>
        </p:spPr>
        <p:txBody>
          <a:bodyPr wrap="square" rtlCol="0">
            <a:spAutoFit/>
          </a:bodyPr>
          <a:lstStyle/>
          <a:p>
            <a:r>
              <a:rPr kumimoji="1" lang="zh-CN" altLang="en-US" dirty="0"/>
              <a:t>此方案目前还在进行中</a:t>
            </a:r>
            <a:r>
              <a:rPr kumimoji="1" lang="en-US" altLang="zh-CN" dirty="0"/>
              <a:t>…...</a:t>
            </a:r>
            <a:endParaRPr kumimoji="1" lang="zh-CN" altLang="en-US" dirty="0"/>
          </a:p>
        </p:txBody>
      </p:sp>
    </p:spTree>
    <p:extLst>
      <p:ext uri="{BB962C8B-B14F-4D97-AF65-F5344CB8AC3E}">
        <p14:creationId xmlns:p14="http://schemas.microsoft.com/office/powerpoint/2010/main" val="320091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
          <p:cNvSpPr>
            <a:spLocks noGrp="1"/>
          </p:cNvSpPr>
          <p:nvPr>
            <p:ph type="title" idx="16388"/>
            <p:custDataLst>
              <p:tags r:id="rId2"/>
            </p:custDataLst>
          </p:nvPr>
        </p:nvSpPr>
        <p:spPr/>
        <p:txBody>
          <a:bodyPr>
            <a:normAutofit/>
          </a:bodyPr>
          <a:lstStyle/>
          <a:p>
            <a:r>
              <a:rPr lang="zh-CN" altLang="en-US"/>
              <a:t>研究难点</a:t>
            </a:r>
          </a:p>
        </p:txBody>
      </p:sp>
      <p:sp>
        <p:nvSpPr>
          <p:cNvPr id="3" name="文本占位符 13"/>
          <p:cNvSpPr>
            <a:spLocks noGrp="1"/>
          </p:cNvSpPr>
          <p:nvPr>
            <p:ph type="body" idx="16389"/>
            <p:custDataLst>
              <p:tags r:id="rId3"/>
            </p:custDataLst>
          </p:nvPr>
        </p:nvSpPr>
        <p:spPr/>
        <p:txBody>
          <a:bodyPr/>
          <a:lstStyle/>
          <a:p>
            <a:r>
              <a:rPr lang="en-US" altLang="en-US"/>
              <a:t>04</a:t>
            </a:r>
          </a:p>
        </p:txBody>
      </p:sp>
      <p:pic>
        <p:nvPicPr>
          <p:cNvPr id="5" name="图片 4">
            <a:extLst>
              <a:ext uri="{FF2B5EF4-FFF2-40B4-BE49-F238E27FC236}">
                <a16:creationId xmlns:a16="http://schemas.microsoft.com/office/drawing/2014/main" id="{902D65CC-648B-CCCA-3805-6A5A3947CF5D}"/>
              </a:ext>
            </a:extLst>
          </p:cNvPr>
          <p:cNvPicPr>
            <a:picLocks noChangeAspect="1"/>
          </p:cNvPicPr>
          <p:nvPr/>
        </p:nvPicPr>
        <p:blipFill>
          <a:blip r:embed="rId5">
            <a:biLevel thresh="25000"/>
            <a:extLst>
              <a:ext uri="{28A0092B-C50C-407E-A947-70E740481C1C}">
                <a14:useLocalDpi xmlns:a14="http://schemas.microsoft.com/office/drawing/2010/main" val="0"/>
              </a:ext>
            </a:extLst>
          </a:blip>
          <a:stretch>
            <a:fillRect/>
          </a:stretch>
        </p:blipFill>
        <p:spPr>
          <a:xfrm>
            <a:off x="0" y="0"/>
            <a:ext cx="1119664" cy="1122774"/>
          </a:xfrm>
          <a:prstGeom prst="rect">
            <a:avLst/>
          </a:prstGeom>
        </p:spPr>
      </p:pic>
    </p:spTree>
    <p:custDataLst>
      <p:tags r:id="rId1"/>
    </p:custData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p:txBody>
          <a:bodyPr>
            <a:normAutofit/>
          </a:bodyPr>
          <a:lstStyle/>
          <a:p>
            <a:pPr algn="l">
              <a:lnSpc>
                <a:spcPct val="111000"/>
              </a:lnSpc>
            </a:pPr>
            <a:r>
              <a:rPr lang="zh-CN" altLang="en-US" dirty="0"/>
              <a:t>实时意图识别的准确性</a:t>
            </a:r>
          </a:p>
        </p:txBody>
      </p:sp>
      <p:sp>
        <p:nvSpPr>
          <p:cNvPr id="3" name="装饰  6"/>
          <p:cNvSpPr>
            <a:spLocks noGrp="1"/>
          </p:cNvSpPr>
          <p:nvPr>
            <p:ph type="body" idx="16395"/>
            <p:custDataLst>
              <p:tags r:id="rId3"/>
            </p:custDataLst>
          </p:nvPr>
        </p:nvSpPr>
        <p:spPr/>
        <p:txBody>
          <a:bodyPr/>
          <a:lstStyle/>
          <a:p>
            <a:r>
              <a:rPr lang="zh-CN" altLang="en-US"/>
              <a:t> </a:t>
            </a:r>
          </a:p>
        </p:txBody>
      </p:sp>
      <p:sp>
        <p:nvSpPr>
          <p:cNvPr id="4" name="装饰  7"/>
          <p:cNvSpPr>
            <a:spLocks noGrp="1"/>
          </p:cNvSpPr>
          <p:nvPr>
            <p:ph type="body" idx="16396"/>
            <p:custDataLst>
              <p:tags r:id="rId4"/>
            </p:custDataLst>
          </p:nvPr>
        </p:nvSpPr>
        <p:spPr/>
        <p:txBody>
          <a:bodyPr/>
          <a:lstStyle/>
          <a:p>
            <a:r>
              <a:rPr lang="zh-CN" altLang="en-US" dirty="0"/>
              <a:t> </a:t>
            </a:r>
          </a:p>
        </p:txBody>
      </p:sp>
      <p:pic>
        <p:nvPicPr>
          <p:cNvPr id="25" name="图片占位符 24"/>
          <p:cNvPicPr>
            <a:picLocks noGrp="1"/>
          </p:cNvPicPr>
          <p:nvPr>
            <p:ph type="pic" idx="16394"/>
            <p:custDataLst>
              <p:tags r:id="rId5"/>
            </p:custDataLst>
          </p:nvPr>
        </p:nvPicPr>
        <p:blipFill>
          <a:blip r:embed="rId24">
            <a:extLst>
              <a:ext uri="{96DAC541-7B7A-43D3-8B79-37D633B846F1}">
                <asvg:svgBlip xmlns:asvg="http://schemas.microsoft.com/office/drawing/2016/SVG/main" r:embed="rId25"/>
              </a:ext>
            </a:extLst>
          </a:blip>
          <a:stretch>
            <a:fillRect/>
          </a:stretch>
        </p:blipFill>
        <p:spPr>
          <a:xfrm>
            <a:off x="1127760" y="1978660"/>
            <a:ext cx="487680" cy="487680"/>
          </a:xfrm>
          <a:prstGeom prst="rect">
            <a:avLst/>
          </a:prstGeom>
        </p:spPr>
      </p:pic>
      <p:sp>
        <p:nvSpPr>
          <p:cNvPr id="6" name="文本占位符 5"/>
          <p:cNvSpPr>
            <a:spLocks noGrp="1"/>
          </p:cNvSpPr>
          <p:nvPr>
            <p:ph type="body" idx="16386"/>
            <p:custDataLst>
              <p:tags r:id="rId6"/>
            </p:custDataLst>
          </p:nvPr>
        </p:nvSpPr>
        <p:spPr/>
        <p:txBody>
          <a:bodyPr>
            <a:normAutofit/>
          </a:bodyPr>
          <a:lstStyle/>
          <a:p>
            <a:pPr algn="l">
              <a:lnSpc>
                <a:spcPct val="111000"/>
              </a:lnSpc>
            </a:pPr>
            <a:r>
              <a:rPr lang="zh-CN" altLang="en-US" dirty="0"/>
              <a:t>技术瓶颈分析</a:t>
            </a:r>
          </a:p>
        </p:txBody>
      </p:sp>
      <p:sp>
        <p:nvSpPr>
          <p:cNvPr id="7" name="文本占位符 6"/>
          <p:cNvSpPr>
            <a:spLocks noGrp="1"/>
          </p:cNvSpPr>
          <p:nvPr>
            <p:ph type="body" idx="16387"/>
            <p:custDataLst>
              <p:tags r:id="rId7"/>
            </p:custDataLst>
          </p:nvPr>
        </p:nvSpPr>
        <p:spPr/>
        <p:txBody>
          <a:bodyPr>
            <a:normAutofit/>
          </a:bodyPr>
          <a:lstStyle/>
          <a:p>
            <a:pPr algn="l">
              <a:lnSpc>
                <a:spcPct val="125000"/>
              </a:lnSpc>
            </a:pPr>
            <a:r>
              <a:rPr lang="zh-CN" altLang="en-US" dirty="0"/>
              <a:t>相似镜像动作（如左右转向）识别困难，简易设备下特征区分度不足</a:t>
            </a:r>
          </a:p>
        </p:txBody>
      </p:sp>
      <p:sp>
        <p:nvSpPr>
          <p:cNvPr id="8" name="装饰  5"/>
          <p:cNvSpPr>
            <a:spLocks noGrp="1"/>
          </p:cNvSpPr>
          <p:nvPr>
            <p:ph type="body" idx="16398"/>
            <p:custDataLst>
              <p:tags r:id="rId8"/>
            </p:custDataLst>
          </p:nvPr>
        </p:nvSpPr>
        <p:spPr/>
        <p:txBody>
          <a:bodyPr/>
          <a:lstStyle/>
          <a:p>
            <a:r>
              <a:rPr lang="zh-CN" altLang="en-US"/>
              <a:t> </a:t>
            </a:r>
          </a:p>
        </p:txBody>
      </p:sp>
      <p:sp>
        <p:nvSpPr>
          <p:cNvPr id="9" name="装饰  6"/>
          <p:cNvSpPr>
            <a:spLocks noGrp="1"/>
          </p:cNvSpPr>
          <p:nvPr>
            <p:ph type="body" idx="16399"/>
            <p:custDataLst>
              <p:tags r:id="rId9"/>
            </p:custDataLst>
          </p:nvPr>
        </p:nvSpPr>
        <p:spPr/>
        <p:txBody>
          <a:bodyPr/>
          <a:lstStyle/>
          <a:p>
            <a:r>
              <a:rPr lang="zh-CN" altLang="en-US"/>
              <a:t> </a:t>
            </a:r>
          </a:p>
        </p:txBody>
      </p:sp>
      <p:pic>
        <p:nvPicPr>
          <p:cNvPr id="24" name="图片占位符 23"/>
          <p:cNvPicPr>
            <a:picLocks noGrp="1"/>
          </p:cNvPicPr>
          <p:nvPr>
            <p:ph type="pic" idx="16397"/>
            <p:custDataLst>
              <p:tags r:id="rId10"/>
            </p:custDataLst>
          </p:nvPr>
        </p:nvPicPr>
        <p:blipFill>
          <a:blip r:embed="rId26">
            <a:extLst>
              <a:ext uri="{96DAC541-7B7A-43D3-8B79-37D633B846F1}">
                <asvg:svgBlip xmlns:asvg="http://schemas.microsoft.com/office/drawing/2016/SVG/main" r:embed="rId27"/>
              </a:ext>
            </a:extLst>
          </a:blip>
          <a:stretch>
            <a:fillRect/>
          </a:stretch>
        </p:blipFill>
        <p:spPr>
          <a:xfrm>
            <a:off x="6766560" y="1978660"/>
            <a:ext cx="487680" cy="487680"/>
          </a:xfrm>
          <a:prstGeom prst="rect">
            <a:avLst/>
          </a:prstGeom>
        </p:spPr>
      </p:pic>
      <p:sp>
        <p:nvSpPr>
          <p:cNvPr id="11" name="文本占位符 10"/>
          <p:cNvSpPr>
            <a:spLocks noGrp="1"/>
          </p:cNvSpPr>
          <p:nvPr>
            <p:ph type="body" idx="16388"/>
            <p:custDataLst>
              <p:tags r:id="rId11"/>
            </p:custDataLst>
          </p:nvPr>
        </p:nvSpPr>
        <p:spPr/>
        <p:txBody>
          <a:bodyPr>
            <a:normAutofit/>
          </a:bodyPr>
          <a:lstStyle/>
          <a:p>
            <a:pPr algn="l">
              <a:lnSpc>
                <a:spcPct val="111000"/>
              </a:lnSpc>
            </a:pPr>
            <a:r>
              <a:rPr lang="zh-CN" altLang="en-US" dirty="0"/>
              <a:t>多模型蒸馏方法</a:t>
            </a:r>
          </a:p>
        </p:txBody>
      </p:sp>
      <p:sp>
        <p:nvSpPr>
          <p:cNvPr id="12" name="文本占位符 11"/>
          <p:cNvSpPr>
            <a:spLocks noGrp="1"/>
          </p:cNvSpPr>
          <p:nvPr>
            <p:ph type="body" idx="16389"/>
            <p:custDataLst>
              <p:tags r:id="rId12"/>
            </p:custDataLst>
          </p:nvPr>
        </p:nvSpPr>
        <p:spPr/>
        <p:txBody>
          <a:bodyPr>
            <a:normAutofit/>
          </a:bodyPr>
          <a:lstStyle/>
          <a:p>
            <a:pPr algn="l">
              <a:lnSpc>
                <a:spcPct val="125000"/>
              </a:lnSpc>
            </a:pPr>
            <a:r>
              <a:rPr lang="zh-CN" altLang="en-US" dirty="0"/>
              <a:t>开发自适应滤波算法，动态消除工频干扰（50Hz）及肌电伪迹，信号信噪比提升至15dB以上，确保特征提取准确性。</a:t>
            </a:r>
          </a:p>
        </p:txBody>
      </p:sp>
      <p:sp>
        <p:nvSpPr>
          <p:cNvPr id="13" name="装饰  0"/>
          <p:cNvSpPr>
            <a:spLocks noGrp="1"/>
          </p:cNvSpPr>
          <p:nvPr>
            <p:ph type="body" idx="16401"/>
            <p:custDataLst>
              <p:tags r:id="rId13"/>
            </p:custDataLst>
          </p:nvPr>
        </p:nvSpPr>
        <p:spPr/>
        <p:txBody>
          <a:bodyPr/>
          <a:lstStyle/>
          <a:p>
            <a:r>
              <a:rPr lang="zh-CN" altLang="en-US"/>
              <a:t> </a:t>
            </a:r>
          </a:p>
        </p:txBody>
      </p:sp>
      <p:sp>
        <p:nvSpPr>
          <p:cNvPr id="14" name="装饰  1"/>
          <p:cNvSpPr>
            <a:spLocks noGrp="1"/>
          </p:cNvSpPr>
          <p:nvPr>
            <p:ph type="body" idx="16402"/>
            <p:custDataLst>
              <p:tags r:id="rId14"/>
            </p:custDataLst>
          </p:nvPr>
        </p:nvSpPr>
        <p:spPr/>
        <p:txBody>
          <a:bodyPr/>
          <a:lstStyle/>
          <a:p>
            <a:r>
              <a:rPr lang="zh-CN" altLang="en-US"/>
              <a:t> </a:t>
            </a:r>
          </a:p>
        </p:txBody>
      </p:sp>
      <p:pic>
        <p:nvPicPr>
          <p:cNvPr id="26" name="图片占位符 25"/>
          <p:cNvPicPr>
            <a:picLocks noGrp="1"/>
          </p:cNvPicPr>
          <p:nvPr>
            <p:ph type="pic" idx="16400"/>
            <p:custDataLst>
              <p:tags r:id="rId15"/>
            </p:custDataLst>
          </p:nvPr>
        </p:nvPicPr>
        <p:blipFill>
          <a:blip r:embed="rId28">
            <a:extLst>
              <a:ext uri="{96DAC541-7B7A-43D3-8B79-37D633B846F1}">
                <asvg:svgBlip xmlns:asvg="http://schemas.microsoft.com/office/drawing/2016/SVG/main" r:embed="rId29"/>
              </a:ext>
            </a:extLst>
          </a:blip>
          <a:stretch>
            <a:fillRect/>
          </a:stretch>
        </p:blipFill>
        <p:spPr>
          <a:xfrm>
            <a:off x="1127760" y="4493260"/>
            <a:ext cx="487680" cy="487680"/>
          </a:xfrm>
          <a:prstGeom prst="rect">
            <a:avLst/>
          </a:prstGeom>
        </p:spPr>
      </p:pic>
      <p:sp>
        <p:nvSpPr>
          <p:cNvPr id="16" name="文本占位符 15"/>
          <p:cNvSpPr>
            <a:spLocks noGrp="1"/>
          </p:cNvSpPr>
          <p:nvPr>
            <p:ph type="body" idx="16390"/>
            <p:custDataLst>
              <p:tags r:id="rId16"/>
            </p:custDataLst>
          </p:nvPr>
        </p:nvSpPr>
        <p:spPr/>
        <p:txBody>
          <a:bodyPr>
            <a:normAutofit/>
          </a:bodyPr>
          <a:lstStyle/>
          <a:p>
            <a:pPr algn="l">
              <a:lnSpc>
                <a:spcPct val="111000"/>
              </a:lnSpc>
            </a:pPr>
            <a:r>
              <a:rPr lang="zh-CN" altLang="en-US" dirty="0"/>
              <a:t>数据采集频率低下</a:t>
            </a:r>
          </a:p>
        </p:txBody>
      </p:sp>
      <p:sp>
        <p:nvSpPr>
          <p:cNvPr id="17" name="文本占位符 16"/>
          <p:cNvSpPr>
            <a:spLocks noGrp="1"/>
          </p:cNvSpPr>
          <p:nvPr>
            <p:ph type="body" idx="16391"/>
            <p:custDataLst>
              <p:tags r:id="rId17"/>
            </p:custDataLst>
          </p:nvPr>
        </p:nvSpPr>
        <p:spPr/>
        <p:txBody>
          <a:bodyPr>
            <a:normAutofit/>
          </a:bodyPr>
          <a:lstStyle/>
          <a:p>
            <a:pPr algn="l">
              <a:lnSpc>
                <a:spcPct val="125000"/>
              </a:lnSpc>
            </a:pPr>
            <a:r>
              <a:rPr lang="zh-CN" altLang="en-US" dirty="0"/>
              <a:t>采设备采集频率为</a:t>
            </a:r>
            <a:r>
              <a:rPr lang="en-US" altLang="zh-CN" dirty="0"/>
              <a:t>512Hz</a:t>
            </a:r>
            <a:r>
              <a:rPr lang="zh-CN" altLang="en-US" dirty="0"/>
              <a:t>，衍生值计算频率为</a:t>
            </a:r>
            <a:r>
              <a:rPr lang="en-US" altLang="zh-CN" dirty="0"/>
              <a:t>1Hz</a:t>
            </a:r>
            <a:r>
              <a:rPr lang="zh-CN" altLang="en-US" dirty="0"/>
              <a:t>，训练时容易产生误判，造成训练数据错误。</a:t>
            </a:r>
          </a:p>
        </p:txBody>
      </p:sp>
      <p:sp>
        <p:nvSpPr>
          <p:cNvPr id="18" name="装饰  5"/>
          <p:cNvSpPr>
            <a:spLocks noGrp="1"/>
          </p:cNvSpPr>
          <p:nvPr>
            <p:ph type="body" idx="16404"/>
            <p:custDataLst>
              <p:tags r:id="rId18"/>
            </p:custDataLst>
          </p:nvPr>
        </p:nvSpPr>
        <p:spPr/>
        <p:txBody>
          <a:bodyPr/>
          <a:lstStyle/>
          <a:p>
            <a:r>
              <a:rPr lang="zh-CN" altLang="en-US"/>
              <a:t> </a:t>
            </a:r>
          </a:p>
        </p:txBody>
      </p:sp>
      <p:sp>
        <p:nvSpPr>
          <p:cNvPr id="19" name="装饰  6"/>
          <p:cNvSpPr>
            <a:spLocks noGrp="1"/>
          </p:cNvSpPr>
          <p:nvPr>
            <p:ph type="body" idx="16405"/>
            <p:custDataLst>
              <p:tags r:id="rId19"/>
            </p:custDataLst>
          </p:nvPr>
        </p:nvSpPr>
        <p:spPr/>
        <p:txBody>
          <a:bodyPr/>
          <a:lstStyle/>
          <a:p>
            <a:r>
              <a:rPr lang="zh-CN" altLang="en-US"/>
              <a:t> </a:t>
            </a:r>
          </a:p>
        </p:txBody>
      </p:sp>
      <p:pic>
        <p:nvPicPr>
          <p:cNvPr id="23" name="图片占位符 22"/>
          <p:cNvPicPr>
            <a:picLocks noGrp="1"/>
          </p:cNvPicPr>
          <p:nvPr>
            <p:ph type="pic" idx="16403"/>
            <p:custDataLst>
              <p:tags r:id="rId20"/>
            </p:custDataLst>
          </p:nvPr>
        </p:nvPicPr>
        <p:blipFill>
          <a:blip r:embed="rId30">
            <a:extLst>
              <a:ext uri="{96DAC541-7B7A-43D3-8B79-37D633B846F1}">
                <asvg:svgBlip xmlns:asvg="http://schemas.microsoft.com/office/drawing/2016/SVG/main" r:embed="rId31"/>
              </a:ext>
            </a:extLst>
          </a:blip>
          <a:stretch>
            <a:fillRect/>
          </a:stretch>
        </p:blipFill>
        <p:spPr>
          <a:xfrm>
            <a:off x="6766560" y="4493260"/>
            <a:ext cx="487680" cy="487680"/>
          </a:xfrm>
          <a:prstGeom prst="rect">
            <a:avLst/>
          </a:prstGeom>
        </p:spPr>
      </p:pic>
      <p:sp>
        <p:nvSpPr>
          <p:cNvPr id="21" name="文本占位符 20"/>
          <p:cNvSpPr>
            <a:spLocks noGrp="1"/>
          </p:cNvSpPr>
          <p:nvPr>
            <p:ph type="body" idx="16392"/>
            <p:custDataLst>
              <p:tags r:id="rId21"/>
            </p:custDataLst>
          </p:nvPr>
        </p:nvSpPr>
        <p:spPr/>
        <p:txBody>
          <a:bodyPr>
            <a:normAutofit/>
          </a:bodyPr>
          <a:lstStyle/>
          <a:p>
            <a:pPr algn="l">
              <a:lnSpc>
                <a:spcPct val="111000"/>
              </a:lnSpc>
            </a:pPr>
            <a:r>
              <a:rPr lang="zh-CN" altLang="en-US" dirty="0"/>
              <a:t>当前设备噪声过高</a:t>
            </a:r>
          </a:p>
        </p:txBody>
      </p:sp>
      <p:sp>
        <p:nvSpPr>
          <p:cNvPr id="22" name="文本占位符 21"/>
          <p:cNvSpPr>
            <a:spLocks noGrp="1"/>
          </p:cNvSpPr>
          <p:nvPr>
            <p:ph type="body" idx="16393"/>
            <p:custDataLst>
              <p:tags r:id="rId22"/>
            </p:custDataLst>
          </p:nvPr>
        </p:nvSpPr>
        <p:spPr/>
        <p:txBody>
          <a:bodyPr>
            <a:normAutofit/>
          </a:bodyPr>
          <a:lstStyle/>
          <a:p>
            <a:pPr algn="l">
              <a:lnSpc>
                <a:spcPct val="125000"/>
              </a:lnSpc>
            </a:pPr>
            <a:r>
              <a:rPr lang="zh-CN" altLang="en-US" dirty="0"/>
              <a:t>当前设备采用单通道采集数据方案，由于干电极硬件准确性问题，数据采集噪声过高，容易造成预测不准</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bg/>
                                          </p:spTgt>
                                        </p:tgtEl>
                                        <p:attrNameLst>
                                          <p:attrName>style.visibility</p:attrName>
                                        </p:attrNameLst>
                                      </p:cBhvr>
                                      <p:to>
                                        <p:strVal val="visible"/>
                                      </p:to>
                                    </p:set>
                                    <p:animEffect transition="in" filter="dissolve">
                                      <p:cBhvr>
                                        <p:cTn id="12" dur="500"/>
                                        <p:tgtEl>
                                          <p:spTgt spid="4">
                                            <p:bg/>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dissolve">
                                      <p:cBhvr>
                                        <p:cTn id="17" dur="500"/>
                                        <p:tgtEl>
                                          <p:spTgt spid="4">
                                            <p:txEl>
                                              <p:pRg st="0" end="0"/>
                                            </p:txEl>
                                          </p:spTgt>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6">
                                            <p:txEl>
                                              <p:pRg st="0" end="0"/>
                                            </p:txEl>
                                          </p:spTgt>
                                        </p:tgtEl>
                                        <p:attrNameLst>
                                          <p:attrName>style.visibility</p:attrName>
                                        </p:attrNameLst>
                                      </p:cBhvr>
                                      <p:to>
                                        <p:strVal val="visible"/>
                                      </p:to>
                                    </p:set>
                                    <p:animEffect transition="in" filter="dissolve">
                                      <p:cBhvr>
                                        <p:cTn id="20" dur="500"/>
                                        <p:tgtEl>
                                          <p:spTgt spid="6">
                                            <p:txEl>
                                              <p:pRg st="0" end="0"/>
                                            </p:txEl>
                                          </p:spTgt>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Effect transition="in" filter="dissolve">
                                      <p:cBhvr>
                                        <p:cTn id="23" dur="500"/>
                                        <p:tgtEl>
                                          <p:spTgt spid="7">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9">
                                            <p:bg/>
                                          </p:spTgt>
                                        </p:tgtEl>
                                        <p:attrNameLst>
                                          <p:attrName>style.visibility</p:attrName>
                                        </p:attrNameLst>
                                      </p:cBhvr>
                                      <p:to>
                                        <p:strVal val="visible"/>
                                      </p:to>
                                    </p:set>
                                    <p:animEffect transition="in" filter="dissolve">
                                      <p:cBhvr>
                                        <p:cTn id="28" dur="500"/>
                                        <p:tgtEl>
                                          <p:spTgt spid="9">
                                            <p:bg/>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9">
                                            <p:txEl>
                                              <p:pRg st="0" end="0"/>
                                            </p:txEl>
                                          </p:spTgt>
                                        </p:tgtEl>
                                        <p:attrNameLst>
                                          <p:attrName>style.visibility</p:attrName>
                                        </p:attrNameLst>
                                      </p:cBhvr>
                                      <p:to>
                                        <p:strVal val="visible"/>
                                      </p:to>
                                    </p:set>
                                    <p:animEffect transition="in" filter="dissolve">
                                      <p:cBhvr>
                                        <p:cTn id="33" dur="500"/>
                                        <p:tgtEl>
                                          <p:spTgt spid="9">
                                            <p:txEl>
                                              <p:pRg st="0" end="0"/>
                                            </p:txEl>
                                          </p:spTgt>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11">
                                            <p:txEl>
                                              <p:pRg st="0" end="0"/>
                                            </p:txEl>
                                          </p:spTgt>
                                        </p:tgtEl>
                                        <p:attrNameLst>
                                          <p:attrName>style.visibility</p:attrName>
                                        </p:attrNameLst>
                                      </p:cBhvr>
                                      <p:to>
                                        <p:strVal val="visible"/>
                                      </p:to>
                                    </p:set>
                                    <p:animEffect transition="in" filter="dissolve">
                                      <p:cBhvr>
                                        <p:cTn id="36" dur="500"/>
                                        <p:tgtEl>
                                          <p:spTgt spid="11">
                                            <p:txEl>
                                              <p:pRg st="0" end="0"/>
                                            </p:txEl>
                                          </p:spTgt>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12">
                                            <p:txEl>
                                              <p:pRg st="0" end="0"/>
                                            </p:txEl>
                                          </p:spTgt>
                                        </p:tgtEl>
                                        <p:attrNameLst>
                                          <p:attrName>style.visibility</p:attrName>
                                        </p:attrNameLst>
                                      </p:cBhvr>
                                      <p:to>
                                        <p:strVal val="visible"/>
                                      </p:to>
                                    </p:set>
                                    <p:animEffect transition="in" filter="dissolve">
                                      <p:cBhvr>
                                        <p:cTn id="39" dur="500"/>
                                        <p:tgtEl>
                                          <p:spTgt spid="12">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14">
                                            <p:bg/>
                                          </p:spTgt>
                                        </p:tgtEl>
                                        <p:attrNameLst>
                                          <p:attrName>style.visibility</p:attrName>
                                        </p:attrNameLst>
                                      </p:cBhvr>
                                      <p:to>
                                        <p:strVal val="visible"/>
                                      </p:to>
                                    </p:set>
                                    <p:animEffect transition="in" filter="dissolve">
                                      <p:cBhvr>
                                        <p:cTn id="44" dur="500"/>
                                        <p:tgtEl>
                                          <p:spTgt spid="14">
                                            <p:bg/>
                                          </p:spTgt>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14">
                                            <p:txEl>
                                              <p:pRg st="0" end="0"/>
                                            </p:txEl>
                                          </p:spTgt>
                                        </p:tgtEl>
                                        <p:attrNameLst>
                                          <p:attrName>style.visibility</p:attrName>
                                        </p:attrNameLst>
                                      </p:cBhvr>
                                      <p:to>
                                        <p:strVal val="visible"/>
                                      </p:to>
                                    </p:set>
                                    <p:animEffect transition="in" filter="dissolve">
                                      <p:cBhvr>
                                        <p:cTn id="49" dur="500"/>
                                        <p:tgtEl>
                                          <p:spTgt spid="14">
                                            <p:txEl>
                                              <p:pRg st="0" end="0"/>
                                            </p:txEl>
                                          </p:spTgt>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16">
                                            <p:txEl>
                                              <p:pRg st="0" end="0"/>
                                            </p:txEl>
                                          </p:spTgt>
                                        </p:tgtEl>
                                        <p:attrNameLst>
                                          <p:attrName>style.visibility</p:attrName>
                                        </p:attrNameLst>
                                      </p:cBhvr>
                                      <p:to>
                                        <p:strVal val="visible"/>
                                      </p:to>
                                    </p:set>
                                    <p:animEffect transition="in" filter="dissolve">
                                      <p:cBhvr>
                                        <p:cTn id="52" dur="500"/>
                                        <p:tgtEl>
                                          <p:spTgt spid="16">
                                            <p:txEl>
                                              <p:pRg st="0" end="0"/>
                                            </p:txEl>
                                          </p:spTgt>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17">
                                            <p:txEl>
                                              <p:pRg st="0" end="0"/>
                                            </p:txEl>
                                          </p:spTgt>
                                        </p:tgtEl>
                                        <p:attrNameLst>
                                          <p:attrName>style.visibility</p:attrName>
                                        </p:attrNameLst>
                                      </p:cBhvr>
                                      <p:to>
                                        <p:strVal val="visible"/>
                                      </p:to>
                                    </p:set>
                                    <p:animEffect transition="in" filter="dissolve">
                                      <p:cBhvr>
                                        <p:cTn id="55" dur="500"/>
                                        <p:tgtEl>
                                          <p:spTgt spid="17">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19">
                                            <p:bg/>
                                          </p:spTgt>
                                        </p:tgtEl>
                                        <p:attrNameLst>
                                          <p:attrName>style.visibility</p:attrName>
                                        </p:attrNameLst>
                                      </p:cBhvr>
                                      <p:to>
                                        <p:strVal val="visible"/>
                                      </p:to>
                                    </p:set>
                                    <p:animEffect transition="in" filter="dissolve">
                                      <p:cBhvr>
                                        <p:cTn id="60" dur="500"/>
                                        <p:tgtEl>
                                          <p:spTgt spid="19">
                                            <p:bg/>
                                          </p:spTgt>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grpId="0" nodeType="clickEffect">
                                  <p:stCondLst>
                                    <p:cond delay="0"/>
                                  </p:stCondLst>
                                  <p:childTnLst>
                                    <p:set>
                                      <p:cBhvr>
                                        <p:cTn id="64" dur="1" fill="hold">
                                          <p:stCondLst>
                                            <p:cond delay="0"/>
                                          </p:stCondLst>
                                        </p:cTn>
                                        <p:tgtEl>
                                          <p:spTgt spid="19">
                                            <p:txEl>
                                              <p:pRg st="0" end="0"/>
                                            </p:txEl>
                                          </p:spTgt>
                                        </p:tgtEl>
                                        <p:attrNameLst>
                                          <p:attrName>style.visibility</p:attrName>
                                        </p:attrNameLst>
                                      </p:cBhvr>
                                      <p:to>
                                        <p:strVal val="visible"/>
                                      </p:to>
                                    </p:set>
                                    <p:animEffect transition="in" filter="dissolve">
                                      <p:cBhvr>
                                        <p:cTn id="65" dur="500"/>
                                        <p:tgtEl>
                                          <p:spTgt spid="19">
                                            <p:txEl>
                                              <p:pRg st="0" end="0"/>
                                            </p:txEl>
                                          </p:spTgt>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21">
                                            <p:txEl>
                                              <p:pRg st="0" end="0"/>
                                            </p:txEl>
                                          </p:spTgt>
                                        </p:tgtEl>
                                        <p:attrNameLst>
                                          <p:attrName>style.visibility</p:attrName>
                                        </p:attrNameLst>
                                      </p:cBhvr>
                                      <p:to>
                                        <p:strVal val="visible"/>
                                      </p:to>
                                    </p:set>
                                    <p:animEffect transition="in" filter="dissolve">
                                      <p:cBhvr>
                                        <p:cTn id="68" dur="500"/>
                                        <p:tgtEl>
                                          <p:spTgt spid="21">
                                            <p:txEl>
                                              <p:pRg st="0" end="0"/>
                                            </p:txEl>
                                          </p:spTgt>
                                        </p:tgtEl>
                                      </p:cBhvr>
                                    </p:animEffect>
                                  </p:childTnLst>
                                </p:cTn>
                              </p:par>
                              <p:par>
                                <p:cTn id="69" presetID="9" presetClass="entr" presetSubtype="0" fill="hold" grpId="0" nodeType="withEffect">
                                  <p:stCondLst>
                                    <p:cond delay="0"/>
                                  </p:stCondLst>
                                  <p:childTnLst>
                                    <p:set>
                                      <p:cBhvr>
                                        <p:cTn id="70" dur="1" fill="hold">
                                          <p:stCondLst>
                                            <p:cond delay="0"/>
                                          </p:stCondLst>
                                        </p:cTn>
                                        <p:tgtEl>
                                          <p:spTgt spid="22">
                                            <p:txEl>
                                              <p:pRg st="0" end="0"/>
                                            </p:txEl>
                                          </p:spTgt>
                                        </p:tgtEl>
                                        <p:attrNameLst>
                                          <p:attrName>style.visibility</p:attrName>
                                        </p:attrNameLst>
                                      </p:cBhvr>
                                      <p:to>
                                        <p:strVal val="visible"/>
                                      </p:to>
                                    </p:set>
                                    <p:animEffect transition="in" filter="dissolve">
                                      <p:cBhvr>
                                        <p:cTn id="71" dur="5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animBg="1"/>
      <p:bldP spid="6" grpId="0" build="p"/>
      <p:bldP spid="7" grpId="0" build="p"/>
      <p:bldP spid="9" grpId="0" build="p" animBg="1"/>
      <p:bldP spid="11" grpId="0" build="p"/>
      <p:bldP spid="12" grpId="0" build="p"/>
      <p:bldP spid="14" grpId="0" build="p" animBg="1"/>
      <p:bldP spid="16" grpId="0" build="p"/>
      <p:bldP spid="17" grpId="0" build="p"/>
      <p:bldP spid="19" grpId="0" build="p" animBg="1"/>
      <p:bldP spid="21" grpId="0" build="p"/>
      <p:bldP spid="2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
          <p:cNvSpPr>
            <a:spLocks noGrp="1"/>
          </p:cNvSpPr>
          <p:nvPr>
            <p:ph type="title" idx="16388"/>
            <p:custDataLst>
              <p:tags r:id="rId2"/>
            </p:custDataLst>
          </p:nvPr>
        </p:nvSpPr>
        <p:spPr/>
        <p:txBody>
          <a:bodyPr>
            <a:normAutofit/>
          </a:bodyPr>
          <a:lstStyle/>
          <a:p>
            <a:r>
              <a:rPr lang="zh-CN" altLang="en-US"/>
              <a:t>当前研究进度</a:t>
            </a:r>
          </a:p>
        </p:txBody>
      </p:sp>
      <p:sp>
        <p:nvSpPr>
          <p:cNvPr id="3" name="文本占位符 13"/>
          <p:cNvSpPr>
            <a:spLocks noGrp="1"/>
          </p:cNvSpPr>
          <p:nvPr>
            <p:ph type="body" idx="16389"/>
            <p:custDataLst>
              <p:tags r:id="rId3"/>
            </p:custDataLst>
          </p:nvPr>
        </p:nvSpPr>
        <p:spPr/>
        <p:txBody>
          <a:bodyPr/>
          <a:lstStyle/>
          <a:p>
            <a:r>
              <a:rPr lang="en-US" altLang="en-US"/>
              <a:t>05</a:t>
            </a:r>
          </a:p>
        </p:txBody>
      </p:sp>
      <p:pic>
        <p:nvPicPr>
          <p:cNvPr id="5" name="图片 4">
            <a:extLst>
              <a:ext uri="{FF2B5EF4-FFF2-40B4-BE49-F238E27FC236}">
                <a16:creationId xmlns:a16="http://schemas.microsoft.com/office/drawing/2014/main" id="{41293154-10EC-32C4-358D-98C2DF973574}"/>
              </a:ext>
            </a:extLst>
          </p:cNvPr>
          <p:cNvPicPr>
            <a:picLocks noChangeAspect="1"/>
          </p:cNvPicPr>
          <p:nvPr/>
        </p:nvPicPr>
        <p:blipFill>
          <a:blip r:embed="rId5">
            <a:biLevel thresh="25000"/>
            <a:extLst>
              <a:ext uri="{28A0092B-C50C-407E-A947-70E740481C1C}">
                <a14:useLocalDpi xmlns:a14="http://schemas.microsoft.com/office/drawing/2010/main" val="0"/>
              </a:ext>
            </a:extLst>
          </a:blip>
          <a:stretch>
            <a:fillRect/>
          </a:stretch>
        </p:blipFill>
        <p:spPr>
          <a:xfrm>
            <a:off x="0" y="0"/>
            <a:ext cx="1119664" cy="1122774"/>
          </a:xfrm>
          <a:prstGeom prst="rect">
            <a:avLst/>
          </a:prstGeom>
        </p:spPr>
      </p:pic>
    </p:spTree>
    <p:custDataLst>
      <p:tags r:id="rId1"/>
    </p:custData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p:txBody>
          <a:bodyPr>
            <a:normAutofit/>
          </a:bodyPr>
          <a:lstStyle/>
          <a:p>
            <a:pPr algn="l">
              <a:lnSpc>
                <a:spcPct val="111000"/>
              </a:lnSpc>
            </a:pPr>
            <a:r>
              <a:rPr lang="zh-CN" altLang="en-US" dirty="0"/>
              <a:t>设备测试与数据采集</a:t>
            </a:r>
          </a:p>
        </p:txBody>
      </p:sp>
      <p:sp>
        <p:nvSpPr>
          <p:cNvPr id="3" name="装饰  6"/>
          <p:cNvSpPr>
            <a:spLocks noGrp="1"/>
          </p:cNvSpPr>
          <p:nvPr>
            <p:ph type="body" idx="16398"/>
            <p:custDataLst>
              <p:tags r:id="rId3"/>
            </p:custDataLst>
          </p:nvPr>
        </p:nvSpPr>
        <p:spPr/>
        <p:txBody>
          <a:bodyPr/>
          <a:lstStyle/>
          <a:p>
            <a:r>
              <a:rPr lang="zh-CN" altLang="en-US"/>
              <a:t> </a:t>
            </a:r>
          </a:p>
        </p:txBody>
      </p:sp>
      <p:sp>
        <p:nvSpPr>
          <p:cNvPr id="4" name="文本占位符 3"/>
          <p:cNvSpPr>
            <a:spLocks noGrp="1"/>
          </p:cNvSpPr>
          <p:nvPr>
            <p:ph type="body" idx="16388"/>
            <p:custDataLst>
              <p:tags r:id="rId4"/>
            </p:custDataLst>
          </p:nvPr>
        </p:nvSpPr>
        <p:spPr/>
        <p:txBody>
          <a:bodyPr/>
          <a:lstStyle/>
          <a:p>
            <a:pPr algn="ctr">
              <a:lnSpc>
                <a:spcPct val="109000"/>
              </a:lnSpc>
            </a:pPr>
            <a:r>
              <a:rPr lang="zh-CN" altLang="en-US" dirty="0"/>
              <a:t>01</a:t>
            </a:r>
          </a:p>
        </p:txBody>
      </p:sp>
      <p:sp>
        <p:nvSpPr>
          <p:cNvPr id="5" name="文本占位符 4"/>
          <p:cNvSpPr>
            <a:spLocks noGrp="1"/>
          </p:cNvSpPr>
          <p:nvPr>
            <p:ph type="body" idx="16386"/>
            <p:custDataLst>
              <p:tags r:id="rId5"/>
            </p:custDataLst>
          </p:nvPr>
        </p:nvSpPr>
        <p:spPr/>
        <p:txBody>
          <a:bodyPr>
            <a:normAutofit/>
          </a:bodyPr>
          <a:lstStyle/>
          <a:p>
            <a:pPr algn="l">
              <a:lnSpc>
                <a:spcPct val="111000"/>
              </a:lnSpc>
            </a:pPr>
            <a:r>
              <a:rPr lang="zh-CN" altLang="en-US" dirty="0"/>
              <a:t>测试设备与环境</a:t>
            </a:r>
          </a:p>
        </p:txBody>
      </p:sp>
      <p:sp>
        <p:nvSpPr>
          <p:cNvPr id="6" name="文本占位符 5"/>
          <p:cNvSpPr>
            <a:spLocks noGrp="1"/>
          </p:cNvSpPr>
          <p:nvPr>
            <p:ph type="body" idx="16387"/>
            <p:custDataLst>
              <p:tags r:id="rId6"/>
            </p:custDataLst>
          </p:nvPr>
        </p:nvSpPr>
        <p:spPr/>
        <p:txBody>
          <a:bodyPr>
            <a:normAutofit/>
          </a:bodyPr>
          <a:lstStyle/>
          <a:p>
            <a:pPr algn="l">
              <a:lnSpc>
                <a:spcPct val="125000"/>
              </a:lnSpc>
            </a:pPr>
            <a:r>
              <a:rPr lang="zh-CN" altLang="en-US" dirty="0"/>
              <a:t>采用NeuroSky Mindwave脑电设备，集成干电极EEG传感器，</a:t>
            </a:r>
            <a:r>
              <a:rPr lang="en-US" altLang="zh-CN" dirty="0" err="1"/>
              <a:t>rawValue</a:t>
            </a:r>
            <a:r>
              <a:rPr lang="zh-CN" altLang="en-US" dirty="0"/>
              <a:t>采样率512Hz；计算衍生值频率</a:t>
            </a:r>
            <a:r>
              <a:rPr lang="en-US" altLang="zh-CN" dirty="0"/>
              <a:t>1Hz</a:t>
            </a:r>
            <a:r>
              <a:rPr lang="zh-CN" altLang="en-US" dirty="0"/>
              <a:t>，温度2</a:t>
            </a:r>
            <a:r>
              <a:rPr lang="en-US" altLang="zh-CN" dirty="0"/>
              <a:t>0</a:t>
            </a:r>
            <a:r>
              <a:rPr lang="zh-CN" altLang="en-US" dirty="0"/>
              <a:t>±</a:t>
            </a:r>
            <a:r>
              <a:rPr lang="en-US" altLang="zh-CN" dirty="0"/>
              <a:t>5</a:t>
            </a:r>
            <a:r>
              <a:rPr lang="zh-CN" altLang="en-US" dirty="0"/>
              <a:t>℃，湿度40%-60%。</a:t>
            </a:r>
          </a:p>
        </p:txBody>
      </p:sp>
      <p:sp>
        <p:nvSpPr>
          <p:cNvPr id="7" name="装饰  2"/>
          <p:cNvSpPr>
            <a:spLocks noGrp="1"/>
          </p:cNvSpPr>
          <p:nvPr>
            <p:ph type="body" idx="16399"/>
            <p:custDataLst>
              <p:tags r:id="rId7"/>
            </p:custDataLst>
          </p:nvPr>
        </p:nvSpPr>
        <p:spPr/>
        <p:txBody>
          <a:bodyPr/>
          <a:lstStyle/>
          <a:p>
            <a:r>
              <a:rPr lang="zh-CN" altLang="en-US"/>
              <a:t> </a:t>
            </a:r>
          </a:p>
        </p:txBody>
      </p:sp>
      <p:sp>
        <p:nvSpPr>
          <p:cNvPr id="8" name="文本占位符 7"/>
          <p:cNvSpPr>
            <a:spLocks noGrp="1"/>
          </p:cNvSpPr>
          <p:nvPr>
            <p:ph type="body" idx="16391"/>
            <p:custDataLst>
              <p:tags r:id="rId8"/>
            </p:custDataLst>
          </p:nvPr>
        </p:nvSpPr>
        <p:spPr/>
        <p:txBody>
          <a:bodyPr/>
          <a:lstStyle/>
          <a:p>
            <a:pPr algn="ctr">
              <a:lnSpc>
                <a:spcPct val="109000"/>
              </a:lnSpc>
            </a:pPr>
            <a:r>
              <a:rPr lang="zh-CN" altLang="en-US"/>
              <a:t>02</a:t>
            </a:r>
          </a:p>
        </p:txBody>
      </p:sp>
      <p:sp>
        <p:nvSpPr>
          <p:cNvPr id="9" name="文本占位符 8"/>
          <p:cNvSpPr>
            <a:spLocks noGrp="1"/>
          </p:cNvSpPr>
          <p:nvPr>
            <p:ph type="body" idx="16389"/>
            <p:custDataLst>
              <p:tags r:id="rId9"/>
            </p:custDataLst>
          </p:nvPr>
        </p:nvSpPr>
        <p:spPr/>
        <p:txBody>
          <a:bodyPr>
            <a:normAutofit/>
          </a:bodyPr>
          <a:lstStyle/>
          <a:p>
            <a:pPr algn="l">
              <a:lnSpc>
                <a:spcPct val="111000"/>
              </a:lnSpc>
            </a:pPr>
            <a:r>
              <a:rPr lang="zh-CN" altLang="en-US" dirty="0"/>
              <a:t>数据采集方案</a:t>
            </a:r>
          </a:p>
        </p:txBody>
      </p:sp>
      <p:sp>
        <p:nvSpPr>
          <p:cNvPr id="10" name="文本占位符 9"/>
          <p:cNvSpPr>
            <a:spLocks noGrp="1"/>
          </p:cNvSpPr>
          <p:nvPr>
            <p:ph type="body" idx="16390"/>
            <p:custDataLst>
              <p:tags r:id="rId10"/>
            </p:custDataLst>
          </p:nvPr>
        </p:nvSpPr>
        <p:spPr/>
        <p:txBody>
          <a:bodyPr>
            <a:normAutofit/>
          </a:bodyPr>
          <a:lstStyle/>
          <a:p>
            <a:pPr algn="l">
              <a:lnSpc>
                <a:spcPct val="125000"/>
              </a:lnSpc>
            </a:pPr>
            <a:r>
              <a:rPr lang="zh-CN" altLang="en-US" dirty="0"/>
              <a:t>招募</a:t>
            </a:r>
            <a:r>
              <a:rPr lang="en-US" altLang="zh-CN" dirty="0"/>
              <a:t>3</a:t>
            </a:r>
            <a:r>
              <a:rPr lang="zh-CN" altLang="en-US" dirty="0"/>
              <a:t>名健康受试者（年龄</a:t>
            </a:r>
            <a:r>
              <a:rPr lang="en-US" altLang="zh-CN" dirty="0"/>
              <a:t>18</a:t>
            </a:r>
            <a:r>
              <a:rPr lang="zh-CN" altLang="en-US" dirty="0"/>
              <a:t>-2</a:t>
            </a:r>
            <a:r>
              <a:rPr lang="en-US" altLang="zh-CN" dirty="0"/>
              <a:t>2</a:t>
            </a:r>
            <a:r>
              <a:rPr lang="zh-CN" altLang="en-US" dirty="0"/>
              <a:t>岁），每人完成一次个人模型训练，验证训练准确率，尝试使用模拟飞行设备操作。</a:t>
            </a:r>
          </a:p>
        </p:txBody>
      </p:sp>
      <p:sp>
        <p:nvSpPr>
          <p:cNvPr id="11" name="装饰  8"/>
          <p:cNvSpPr>
            <a:spLocks noGrp="1"/>
          </p:cNvSpPr>
          <p:nvPr>
            <p:ph type="body" idx="16400"/>
            <p:custDataLst>
              <p:tags r:id="rId11"/>
            </p:custDataLst>
          </p:nvPr>
        </p:nvSpPr>
        <p:spPr/>
        <p:txBody>
          <a:bodyPr/>
          <a:lstStyle/>
          <a:p>
            <a:r>
              <a:rPr lang="zh-CN" altLang="en-US"/>
              <a:t> </a:t>
            </a:r>
          </a:p>
        </p:txBody>
      </p:sp>
      <p:sp>
        <p:nvSpPr>
          <p:cNvPr id="12" name="文本占位符 11"/>
          <p:cNvSpPr>
            <a:spLocks noGrp="1"/>
          </p:cNvSpPr>
          <p:nvPr>
            <p:ph type="body" idx="16394"/>
            <p:custDataLst>
              <p:tags r:id="rId12"/>
            </p:custDataLst>
          </p:nvPr>
        </p:nvSpPr>
        <p:spPr/>
        <p:txBody>
          <a:bodyPr/>
          <a:lstStyle/>
          <a:p>
            <a:pPr algn="ctr">
              <a:lnSpc>
                <a:spcPct val="109000"/>
              </a:lnSpc>
            </a:pPr>
            <a:r>
              <a:rPr lang="zh-CN" altLang="en-US"/>
              <a:t>03</a:t>
            </a:r>
          </a:p>
        </p:txBody>
      </p:sp>
      <p:sp>
        <p:nvSpPr>
          <p:cNvPr id="13" name="文本占位符 12"/>
          <p:cNvSpPr>
            <a:spLocks noGrp="1"/>
          </p:cNvSpPr>
          <p:nvPr>
            <p:ph type="body" idx="16392"/>
            <p:custDataLst>
              <p:tags r:id="rId13"/>
            </p:custDataLst>
          </p:nvPr>
        </p:nvSpPr>
        <p:spPr/>
        <p:txBody>
          <a:bodyPr>
            <a:normAutofit/>
          </a:bodyPr>
          <a:lstStyle/>
          <a:p>
            <a:pPr algn="l">
              <a:lnSpc>
                <a:spcPct val="111000"/>
              </a:lnSpc>
            </a:pPr>
            <a:r>
              <a:rPr lang="zh-CN" altLang="en-US" dirty="0"/>
              <a:t>数据预处理流程</a:t>
            </a:r>
          </a:p>
        </p:txBody>
      </p:sp>
      <p:sp>
        <p:nvSpPr>
          <p:cNvPr id="14" name="文本占位符 13"/>
          <p:cNvSpPr>
            <a:spLocks noGrp="1"/>
          </p:cNvSpPr>
          <p:nvPr>
            <p:ph type="body" idx="16393"/>
            <p:custDataLst>
              <p:tags r:id="rId14"/>
            </p:custDataLst>
          </p:nvPr>
        </p:nvSpPr>
        <p:spPr/>
        <p:txBody>
          <a:bodyPr>
            <a:normAutofit/>
          </a:bodyPr>
          <a:lstStyle/>
          <a:p>
            <a:pPr algn="l">
              <a:lnSpc>
                <a:spcPct val="125000"/>
              </a:lnSpc>
            </a:pPr>
            <a:r>
              <a:rPr lang="zh-CN" altLang="en-US" dirty="0"/>
              <a:t>原始EEG信号经极值计算，独立计算眨眼动作，采用滑动窗口（窗口大小</a:t>
            </a:r>
            <a:r>
              <a:rPr lang="en-US" altLang="zh-CN" dirty="0"/>
              <a:t>3000</a:t>
            </a:r>
            <a:r>
              <a:rPr lang="zh-CN" altLang="en-US" dirty="0"/>
              <a:t>ms，步长</a:t>
            </a:r>
            <a:r>
              <a:rPr lang="en-US" altLang="zh-CN" dirty="0"/>
              <a:t>100</a:t>
            </a:r>
            <a:r>
              <a:rPr lang="zh-CN" altLang="en-US" dirty="0"/>
              <a:t>ms）提取时频特征，构建样本数据集。</a:t>
            </a:r>
          </a:p>
        </p:txBody>
      </p:sp>
      <p:sp>
        <p:nvSpPr>
          <p:cNvPr id="15" name="装饰  2"/>
          <p:cNvSpPr>
            <a:spLocks noGrp="1"/>
          </p:cNvSpPr>
          <p:nvPr>
            <p:ph type="body" idx="16401"/>
            <p:custDataLst>
              <p:tags r:id="rId15"/>
            </p:custDataLst>
          </p:nvPr>
        </p:nvSpPr>
        <p:spPr/>
        <p:txBody>
          <a:bodyPr/>
          <a:lstStyle/>
          <a:p>
            <a:r>
              <a:rPr lang="zh-CN" altLang="en-US"/>
              <a:t> </a:t>
            </a:r>
          </a:p>
        </p:txBody>
      </p:sp>
      <p:sp>
        <p:nvSpPr>
          <p:cNvPr id="16" name="文本占位符 15"/>
          <p:cNvSpPr>
            <a:spLocks noGrp="1"/>
          </p:cNvSpPr>
          <p:nvPr>
            <p:ph type="body" idx="16397"/>
            <p:custDataLst>
              <p:tags r:id="rId16"/>
            </p:custDataLst>
          </p:nvPr>
        </p:nvSpPr>
        <p:spPr/>
        <p:txBody>
          <a:bodyPr/>
          <a:lstStyle/>
          <a:p>
            <a:pPr algn="ctr">
              <a:lnSpc>
                <a:spcPct val="109000"/>
              </a:lnSpc>
            </a:pPr>
            <a:r>
              <a:rPr lang="zh-CN" altLang="en-US"/>
              <a:t>04</a:t>
            </a:r>
          </a:p>
        </p:txBody>
      </p:sp>
      <p:sp>
        <p:nvSpPr>
          <p:cNvPr id="17" name="文本占位符 16"/>
          <p:cNvSpPr>
            <a:spLocks noGrp="1"/>
          </p:cNvSpPr>
          <p:nvPr>
            <p:ph type="body" idx="16395"/>
            <p:custDataLst>
              <p:tags r:id="rId17"/>
            </p:custDataLst>
          </p:nvPr>
        </p:nvSpPr>
        <p:spPr/>
        <p:txBody>
          <a:bodyPr>
            <a:normAutofit/>
          </a:bodyPr>
          <a:lstStyle/>
          <a:p>
            <a:pPr algn="l">
              <a:lnSpc>
                <a:spcPct val="111000"/>
              </a:lnSpc>
            </a:pPr>
            <a:r>
              <a:rPr lang="zh-CN" altLang="en-US" dirty="0"/>
              <a:t>测试指标与结果</a:t>
            </a:r>
          </a:p>
        </p:txBody>
      </p:sp>
      <p:sp>
        <p:nvSpPr>
          <p:cNvPr id="18" name="文本占位符 17"/>
          <p:cNvSpPr>
            <a:spLocks noGrp="1"/>
          </p:cNvSpPr>
          <p:nvPr>
            <p:ph type="body" idx="16396"/>
            <p:custDataLst>
              <p:tags r:id="rId18"/>
            </p:custDataLst>
          </p:nvPr>
        </p:nvSpPr>
        <p:spPr/>
        <p:txBody>
          <a:bodyPr>
            <a:normAutofit/>
          </a:bodyPr>
          <a:lstStyle/>
          <a:p>
            <a:pPr algn="l">
              <a:lnSpc>
                <a:spcPct val="125000"/>
              </a:lnSpc>
            </a:pPr>
            <a:r>
              <a:rPr lang="zh-CN" altLang="en-US" dirty="0"/>
              <a:t>模型预测准确率</a:t>
            </a:r>
            <a:r>
              <a:rPr lang="en-US" altLang="zh-CN" dirty="0"/>
              <a:t>75</a:t>
            </a:r>
            <a:r>
              <a:rPr lang="zh-CN" altLang="en-US" dirty="0"/>
              <a:t>%±</a:t>
            </a:r>
            <a:r>
              <a:rPr lang="en-US" altLang="zh-CN" dirty="0"/>
              <a:t>5</a:t>
            </a:r>
            <a:r>
              <a:rPr lang="zh-CN" altLang="en-US" dirty="0"/>
              <a:t>%，平均响应时间</a:t>
            </a:r>
            <a:r>
              <a:rPr lang="en-US" altLang="zh-CN" dirty="0"/>
              <a:t>1</a:t>
            </a:r>
            <a:r>
              <a:rPr lang="zh-CN" altLang="en-US" dirty="0"/>
              <a:t>s，眨眼检测准确率92%，数据采集成功率95%以上，满足实时控制需求。</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dissolve">
                                      <p:cBhvr>
                                        <p:cTn id="12" dur="500"/>
                                        <p:tgtEl>
                                          <p:spTgt spid="5">
                                            <p:txEl>
                                              <p:pRg st="0" end="0"/>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dissolve">
                                      <p:cBhvr>
                                        <p:cTn id="15" dur="500"/>
                                        <p:tgtEl>
                                          <p:spTgt spid="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dissolve">
                                      <p:cBhvr>
                                        <p:cTn id="20" dur="500"/>
                                        <p:tgtEl>
                                          <p:spTgt spid="9">
                                            <p:txEl>
                                              <p:pRg st="0" end="0"/>
                                            </p:txEl>
                                          </p:spTgt>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animEffect transition="in" filter="dissolve">
                                      <p:cBhvr>
                                        <p:cTn id="23" dur="500"/>
                                        <p:tgtEl>
                                          <p:spTgt spid="10">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3">
                                            <p:txEl>
                                              <p:pRg st="0" end="0"/>
                                            </p:txEl>
                                          </p:spTgt>
                                        </p:tgtEl>
                                        <p:attrNameLst>
                                          <p:attrName>style.visibility</p:attrName>
                                        </p:attrNameLst>
                                      </p:cBhvr>
                                      <p:to>
                                        <p:strVal val="visible"/>
                                      </p:to>
                                    </p:set>
                                    <p:animEffect transition="in" filter="dissolve">
                                      <p:cBhvr>
                                        <p:cTn id="28" dur="500"/>
                                        <p:tgtEl>
                                          <p:spTgt spid="13">
                                            <p:txEl>
                                              <p:pRg st="0" end="0"/>
                                            </p:txEl>
                                          </p:spTgt>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4">
                                            <p:txEl>
                                              <p:pRg st="0" end="0"/>
                                            </p:txEl>
                                          </p:spTgt>
                                        </p:tgtEl>
                                        <p:attrNameLst>
                                          <p:attrName>style.visibility</p:attrName>
                                        </p:attrNameLst>
                                      </p:cBhvr>
                                      <p:to>
                                        <p:strVal val="visible"/>
                                      </p:to>
                                    </p:set>
                                    <p:animEffect transition="in" filter="dissolve">
                                      <p:cBhvr>
                                        <p:cTn id="31" dur="500"/>
                                        <p:tgtEl>
                                          <p:spTgt spid="14">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7">
                                            <p:txEl>
                                              <p:pRg st="0" end="0"/>
                                            </p:txEl>
                                          </p:spTgt>
                                        </p:tgtEl>
                                        <p:attrNameLst>
                                          <p:attrName>style.visibility</p:attrName>
                                        </p:attrNameLst>
                                      </p:cBhvr>
                                      <p:to>
                                        <p:strVal val="visible"/>
                                      </p:to>
                                    </p:set>
                                    <p:animEffect transition="in" filter="dissolve">
                                      <p:cBhvr>
                                        <p:cTn id="36" dur="500"/>
                                        <p:tgtEl>
                                          <p:spTgt spid="17">
                                            <p:txEl>
                                              <p:pRg st="0" end="0"/>
                                            </p:txEl>
                                          </p:spTgt>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18">
                                            <p:txEl>
                                              <p:pRg st="0" end="0"/>
                                            </p:txEl>
                                          </p:spTgt>
                                        </p:tgtEl>
                                        <p:attrNameLst>
                                          <p:attrName>style.visibility</p:attrName>
                                        </p:attrNameLst>
                                      </p:cBhvr>
                                      <p:to>
                                        <p:strVal val="visible"/>
                                      </p:to>
                                    </p:set>
                                    <p:animEffect transition="in" filter="dissolve">
                                      <p:cBhvr>
                                        <p:cTn id="39"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P spid="6" grpId="0" build="p"/>
      <p:bldP spid="9" grpId="0" build="p"/>
      <p:bldP spid="10" grpId="0" build="p"/>
      <p:bldP spid="13" grpId="0" build="p"/>
      <p:bldP spid="14" grpId="0" build="p"/>
      <p:bldP spid="17" grpId="0" build="p"/>
      <p:bldP spid="18"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a:xfrm>
            <a:off x="642256" y="402771"/>
            <a:ext cx="4876800" cy="1219200"/>
          </a:xfrm>
        </p:spPr>
        <p:txBody>
          <a:bodyPr>
            <a:normAutofit/>
          </a:bodyPr>
          <a:lstStyle/>
          <a:p>
            <a:pPr algn="l">
              <a:lnSpc>
                <a:spcPct val="111000"/>
              </a:lnSpc>
            </a:pPr>
            <a:r>
              <a:rPr lang="zh-CN" altLang="en-US" dirty="0"/>
              <a:t>无人机控制功能实现</a:t>
            </a:r>
          </a:p>
        </p:txBody>
      </p:sp>
      <p:sp>
        <p:nvSpPr>
          <p:cNvPr id="4" name="装饰  7"/>
          <p:cNvSpPr>
            <a:spLocks noGrp="1"/>
          </p:cNvSpPr>
          <p:nvPr>
            <p:ph type="body" idx="16395"/>
            <p:custDataLst>
              <p:tags r:id="rId3"/>
            </p:custDataLst>
          </p:nvPr>
        </p:nvSpPr>
        <p:spPr>
          <a:xfrm>
            <a:off x="1276349" y="1779089"/>
            <a:ext cx="50800" cy="1727200"/>
          </a:xfrm>
        </p:spPr>
        <p:txBody>
          <a:bodyPr/>
          <a:lstStyle/>
          <a:p>
            <a:r>
              <a:rPr lang="zh-CN" altLang="en-US"/>
              <a:t> </a:t>
            </a:r>
          </a:p>
        </p:txBody>
      </p:sp>
      <p:sp>
        <p:nvSpPr>
          <p:cNvPr id="5" name="文本占位符 4"/>
          <p:cNvSpPr>
            <a:spLocks noGrp="1"/>
          </p:cNvSpPr>
          <p:nvPr>
            <p:ph type="body" idx="16386"/>
            <p:custDataLst>
              <p:tags r:id="rId4"/>
            </p:custDataLst>
          </p:nvPr>
        </p:nvSpPr>
        <p:spPr>
          <a:xfrm>
            <a:off x="1650999" y="1779089"/>
            <a:ext cx="3606800" cy="508000"/>
          </a:xfrm>
        </p:spPr>
        <p:txBody>
          <a:bodyPr>
            <a:normAutofit/>
          </a:bodyPr>
          <a:lstStyle/>
          <a:p>
            <a:pPr algn="l">
              <a:lnSpc>
                <a:spcPct val="111000"/>
              </a:lnSpc>
            </a:pPr>
            <a:r>
              <a:rPr lang="zh-CN" altLang="en-US" sz="2800" dirty="0"/>
              <a:t>控制指令映射机制</a:t>
            </a:r>
          </a:p>
        </p:txBody>
      </p:sp>
      <p:sp>
        <p:nvSpPr>
          <p:cNvPr id="6" name="文本占位符 5"/>
          <p:cNvSpPr>
            <a:spLocks noGrp="1"/>
          </p:cNvSpPr>
          <p:nvPr>
            <p:ph type="body" idx="16387"/>
            <p:custDataLst>
              <p:tags r:id="rId5"/>
            </p:custDataLst>
          </p:nvPr>
        </p:nvSpPr>
        <p:spPr>
          <a:xfrm>
            <a:off x="1650999" y="2378710"/>
            <a:ext cx="3606800" cy="1391558"/>
          </a:xfrm>
        </p:spPr>
        <p:txBody>
          <a:bodyPr>
            <a:normAutofit/>
          </a:bodyPr>
          <a:lstStyle/>
          <a:p>
            <a:pPr algn="l">
              <a:lnSpc>
                <a:spcPct val="125000"/>
              </a:lnSpc>
            </a:pPr>
            <a:r>
              <a:rPr lang="zh-CN" altLang="en-US" sz="1800" dirty="0"/>
              <a:t>基于运动想象脑电信号与眨眼检测，建立"前进/后退/左转/右转/升降"等基础动作与无人机指令的映射关系。</a:t>
            </a:r>
          </a:p>
        </p:txBody>
      </p:sp>
      <p:sp>
        <p:nvSpPr>
          <p:cNvPr id="7" name="装饰  2"/>
          <p:cNvSpPr>
            <a:spLocks noGrp="1"/>
          </p:cNvSpPr>
          <p:nvPr>
            <p:ph type="body" idx="16396"/>
            <p:custDataLst>
              <p:tags r:id="rId6"/>
            </p:custDataLst>
          </p:nvPr>
        </p:nvSpPr>
        <p:spPr>
          <a:xfrm>
            <a:off x="6409870" y="4019369"/>
            <a:ext cx="50800" cy="1727200"/>
          </a:xfrm>
        </p:spPr>
        <p:txBody>
          <a:bodyPr/>
          <a:lstStyle/>
          <a:p>
            <a:r>
              <a:rPr lang="zh-CN" altLang="en-US"/>
              <a:t> </a:t>
            </a:r>
          </a:p>
        </p:txBody>
      </p:sp>
      <p:sp>
        <p:nvSpPr>
          <p:cNvPr id="8" name="文本占位符 7"/>
          <p:cNvSpPr>
            <a:spLocks noGrp="1"/>
          </p:cNvSpPr>
          <p:nvPr>
            <p:ph type="body" idx="16388"/>
            <p:custDataLst>
              <p:tags r:id="rId7"/>
            </p:custDataLst>
          </p:nvPr>
        </p:nvSpPr>
        <p:spPr>
          <a:xfrm>
            <a:off x="7021284" y="3970745"/>
            <a:ext cx="3459844" cy="377373"/>
          </a:xfrm>
        </p:spPr>
        <p:txBody>
          <a:bodyPr>
            <a:normAutofit fontScale="92500" lnSpcReduction="20000"/>
          </a:bodyPr>
          <a:lstStyle/>
          <a:p>
            <a:pPr algn="l">
              <a:lnSpc>
                <a:spcPct val="111000"/>
              </a:lnSpc>
            </a:pPr>
            <a:r>
              <a:rPr lang="zh-CN" altLang="en-US" sz="2800" dirty="0"/>
              <a:t>实时数据传输链路</a:t>
            </a:r>
          </a:p>
        </p:txBody>
      </p:sp>
      <p:sp>
        <p:nvSpPr>
          <p:cNvPr id="9" name="文本占位符 8"/>
          <p:cNvSpPr>
            <a:spLocks noGrp="1"/>
          </p:cNvSpPr>
          <p:nvPr>
            <p:ph type="body" idx="16389"/>
            <p:custDataLst>
              <p:tags r:id="rId8"/>
            </p:custDataLst>
          </p:nvPr>
        </p:nvSpPr>
        <p:spPr>
          <a:xfrm>
            <a:off x="7021284" y="4471489"/>
            <a:ext cx="3270253" cy="1416956"/>
          </a:xfrm>
        </p:spPr>
        <p:txBody>
          <a:bodyPr>
            <a:normAutofit/>
          </a:bodyPr>
          <a:lstStyle/>
          <a:p>
            <a:pPr algn="l">
              <a:lnSpc>
                <a:spcPct val="125000"/>
              </a:lnSpc>
            </a:pPr>
            <a:r>
              <a:rPr lang="zh-CN" altLang="en-US" sz="1800" dirty="0"/>
              <a:t>Mindwave设备采集脑电数据→Python程序实时解码→蓝牙协议发送控制指令至无人机，延迟控制在200ms以内。</a:t>
            </a:r>
          </a:p>
        </p:txBody>
      </p:sp>
      <p:sp>
        <p:nvSpPr>
          <p:cNvPr id="10" name="装饰  7"/>
          <p:cNvSpPr>
            <a:spLocks noGrp="1"/>
          </p:cNvSpPr>
          <p:nvPr>
            <p:ph type="body" idx="16397"/>
            <p:custDataLst>
              <p:tags r:id="rId9"/>
            </p:custDataLst>
          </p:nvPr>
        </p:nvSpPr>
        <p:spPr>
          <a:xfrm>
            <a:off x="1276349" y="3963489"/>
            <a:ext cx="50800" cy="1727200"/>
          </a:xfrm>
        </p:spPr>
        <p:txBody>
          <a:bodyPr/>
          <a:lstStyle/>
          <a:p>
            <a:r>
              <a:rPr lang="zh-CN" altLang="en-US"/>
              <a:t> </a:t>
            </a:r>
          </a:p>
        </p:txBody>
      </p:sp>
      <p:sp>
        <p:nvSpPr>
          <p:cNvPr id="11" name="文本占位符 10"/>
          <p:cNvSpPr>
            <a:spLocks noGrp="1"/>
          </p:cNvSpPr>
          <p:nvPr>
            <p:ph type="body" idx="16390"/>
            <p:custDataLst>
              <p:tags r:id="rId10"/>
            </p:custDataLst>
          </p:nvPr>
        </p:nvSpPr>
        <p:spPr>
          <a:xfrm>
            <a:off x="1650998" y="3970745"/>
            <a:ext cx="3312887" cy="500743"/>
          </a:xfrm>
        </p:spPr>
        <p:txBody>
          <a:bodyPr>
            <a:normAutofit/>
          </a:bodyPr>
          <a:lstStyle/>
          <a:p>
            <a:pPr algn="l">
              <a:lnSpc>
                <a:spcPct val="111000"/>
              </a:lnSpc>
            </a:pPr>
            <a:r>
              <a:rPr lang="zh-CN" altLang="en-US" sz="2800" dirty="0"/>
              <a:t>多模态交互验证</a:t>
            </a:r>
          </a:p>
        </p:txBody>
      </p:sp>
      <p:sp>
        <p:nvSpPr>
          <p:cNvPr id="12" name="文本占位符 11"/>
          <p:cNvSpPr>
            <a:spLocks noGrp="1"/>
          </p:cNvSpPr>
          <p:nvPr>
            <p:ph type="body" idx="16391"/>
            <p:custDataLst>
              <p:tags r:id="rId11"/>
            </p:custDataLst>
          </p:nvPr>
        </p:nvSpPr>
        <p:spPr>
          <a:xfrm>
            <a:off x="1650998" y="4496887"/>
            <a:ext cx="3802745" cy="1391558"/>
          </a:xfrm>
        </p:spPr>
        <p:txBody>
          <a:bodyPr>
            <a:normAutofit/>
          </a:bodyPr>
          <a:lstStyle/>
          <a:p>
            <a:pPr algn="l">
              <a:lnSpc>
                <a:spcPct val="125000"/>
              </a:lnSpc>
            </a:pPr>
            <a:r>
              <a:rPr lang="zh-CN" altLang="en-US" sz="1800" dirty="0"/>
              <a:t>完成</a:t>
            </a:r>
            <a:r>
              <a:rPr lang="en-US" altLang="zh-CN" sz="1800" dirty="0"/>
              <a:t>3</a:t>
            </a:r>
            <a:r>
              <a:rPr lang="zh-CN" altLang="en-US" sz="1800" dirty="0"/>
              <a:t>名测试者的无人机起降、方向控制实验，平均识别准确率达80%，实现基础避障功能的脑控协同。</a:t>
            </a:r>
          </a:p>
        </p:txBody>
      </p:sp>
      <p:pic>
        <p:nvPicPr>
          <p:cNvPr id="17" name="图片 16">
            <a:extLst>
              <a:ext uri="{FF2B5EF4-FFF2-40B4-BE49-F238E27FC236}">
                <a16:creationId xmlns:a16="http://schemas.microsoft.com/office/drawing/2014/main" id="{7E5F0E93-FA16-2FB7-ECDB-F4ACAB5BB61E}"/>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235700" y="1779089"/>
            <a:ext cx="3657601" cy="178308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dissolve">
                                      <p:cBhvr>
                                        <p:cTn id="12" dur="500"/>
                                        <p:tgtEl>
                                          <p:spTgt spid="5">
                                            <p:txEl>
                                              <p:pRg st="0" end="0"/>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dissolve">
                                      <p:cBhvr>
                                        <p:cTn id="15" dur="500"/>
                                        <p:tgtEl>
                                          <p:spTgt spid="6">
                                            <p:txEl>
                                              <p:pRg st="0" end="0"/>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dissolve">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animEffect transition="in" filter="dissolve">
                                      <p:cBhvr>
                                        <p:cTn id="23" dur="500"/>
                                        <p:tgtEl>
                                          <p:spTgt spid="11">
                                            <p:txEl>
                                              <p:pRg st="0" end="0"/>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2">
                                            <p:txEl>
                                              <p:pRg st="0" end="0"/>
                                            </p:txEl>
                                          </p:spTgt>
                                        </p:tgtEl>
                                        <p:attrNameLst>
                                          <p:attrName>style.visibility</p:attrName>
                                        </p:attrNameLst>
                                      </p:cBhvr>
                                      <p:to>
                                        <p:strVal val="visible"/>
                                      </p:to>
                                    </p:set>
                                    <p:animEffect transition="in" filter="dissolve">
                                      <p:cBhvr>
                                        <p:cTn id="26" dur="500"/>
                                        <p:tgtEl>
                                          <p:spTgt spid="12">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9">
                                            <p:txEl>
                                              <p:pRg st="0" end="0"/>
                                            </p:txEl>
                                          </p:spTgt>
                                        </p:tgtEl>
                                        <p:attrNameLst>
                                          <p:attrName>style.visibility</p:attrName>
                                        </p:attrNameLst>
                                      </p:cBhvr>
                                      <p:to>
                                        <p:strVal val="visible"/>
                                      </p:to>
                                    </p:set>
                                    <p:animEffect transition="in" filter="dissolve">
                                      <p:cBhvr>
                                        <p:cTn id="31" dur="500"/>
                                        <p:tgtEl>
                                          <p:spTgt spid="9">
                                            <p:txEl>
                                              <p:pRg st="0" end="0"/>
                                            </p:txEl>
                                          </p:spTgt>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8">
                                            <p:txEl>
                                              <p:pRg st="0" end="0"/>
                                            </p:txEl>
                                          </p:spTgt>
                                        </p:tgtEl>
                                        <p:attrNameLst>
                                          <p:attrName>style.visibility</p:attrName>
                                        </p:attrNameLst>
                                      </p:cBhvr>
                                      <p:to>
                                        <p:strVal val="visible"/>
                                      </p:to>
                                    </p:set>
                                    <p:animEffect transition="in" filter="dissolve">
                                      <p:cBhvr>
                                        <p:cTn id="34"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P spid="6" grpId="0" build="p"/>
      <p:bldP spid="8" grpId="0" build="p"/>
      <p:bldP spid="9" grpId="0" build="p"/>
      <p:bldP spid="11" grpId="0" build="p"/>
      <p:bldP spid="12"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
          <p:cNvSpPr>
            <a:spLocks noGrp="1"/>
          </p:cNvSpPr>
          <p:nvPr>
            <p:ph type="title" idx="16388"/>
            <p:custDataLst>
              <p:tags r:id="rId2"/>
            </p:custDataLst>
          </p:nvPr>
        </p:nvSpPr>
        <p:spPr/>
        <p:txBody>
          <a:bodyPr>
            <a:normAutofit/>
          </a:bodyPr>
          <a:lstStyle/>
          <a:p>
            <a:r>
              <a:rPr lang="zh-CN" altLang="en-US"/>
              <a:t>未来研究计划</a:t>
            </a:r>
          </a:p>
        </p:txBody>
      </p:sp>
      <p:sp>
        <p:nvSpPr>
          <p:cNvPr id="3" name="文本占位符 13"/>
          <p:cNvSpPr>
            <a:spLocks noGrp="1"/>
          </p:cNvSpPr>
          <p:nvPr>
            <p:ph type="body" idx="16389"/>
            <p:custDataLst>
              <p:tags r:id="rId3"/>
            </p:custDataLst>
          </p:nvPr>
        </p:nvSpPr>
        <p:spPr/>
        <p:txBody>
          <a:bodyPr/>
          <a:lstStyle/>
          <a:p>
            <a:r>
              <a:rPr lang="en-US" altLang="en-US"/>
              <a:t>06</a:t>
            </a:r>
          </a:p>
        </p:txBody>
      </p:sp>
      <p:pic>
        <p:nvPicPr>
          <p:cNvPr id="5" name="图片 4">
            <a:extLst>
              <a:ext uri="{FF2B5EF4-FFF2-40B4-BE49-F238E27FC236}">
                <a16:creationId xmlns:a16="http://schemas.microsoft.com/office/drawing/2014/main" id="{D2B2F9E4-82E0-5770-A600-1DDF24489223}"/>
              </a:ext>
            </a:extLst>
          </p:cNvPr>
          <p:cNvPicPr>
            <a:picLocks noChangeAspect="1"/>
          </p:cNvPicPr>
          <p:nvPr/>
        </p:nvPicPr>
        <p:blipFill>
          <a:blip r:embed="rId5">
            <a:biLevel thresh="25000"/>
            <a:extLst>
              <a:ext uri="{28A0092B-C50C-407E-A947-70E740481C1C}">
                <a14:useLocalDpi xmlns:a14="http://schemas.microsoft.com/office/drawing/2010/main" val="0"/>
              </a:ext>
            </a:extLst>
          </a:blip>
          <a:stretch>
            <a:fillRect/>
          </a:stretch>
        </p:blipFill>
        <p:spPr>
          <a:xfrm>
            <a:off x="0" y="0"/>
            <a:ext cx="1119664" cy="1122774"/>
          </a:xfrm>
          <a:prstGeom prst="rect">
            <a:avLst/>
          </a:prstGeom>
        </p:spPr>
      </p:pic>
    </p:spTree>
    <p:custDataLst>
      <p:tags r:id="rId1"/>
    </p:custData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p:txBody>
          <a:bodyPr>
            <a:normAutofit/>
          </a:bodyPr>
          <a:lstStyle/>
          <a:p>
            <a:pPr algn="l">
              <a:lnSpc>
                <a:spcPct val="111000"/>
              </a:lnSpc>
            </a:pPr>
            <a:r>
              <a:rPr lang="zh-CN" altLang="en-US" dirty="0"/>
              <a:t>引入</a:t>
            </a:r>
            <a:r>
              <a:rPr lang="en-US" altLang="zh-CN" dirty="0"/>
              <a:t>SSVEP</a:t>
            </a:r>
            <a:r>
              <a:rPr lang="zh-CN" altLang="en-US" dirty="0"/>
              <a:t>技术提升准确率</a:t>
            </a:r>
          </a:p>
        </p:txBody>
      </p:sp>
      <p:sp>
        <p:nvSpPr>
          <p:cNvPr id="4" name="装饰  7"/>
          <p:cNvSpPr>
            <a:spLocks noGrp="1"/>
          </p:cNvSpPr>
          <p:nvPr>
            <p:ph type="body" idx="16393"/>
            <p:custDataLst>
              <p:tags r:id="rId3"/>
            </p:custDataLst>
          </p:nvPr>
        </p:nvSpPr>
        <p:spPr>
          <a:xfrm>
            <a:off x="1001486" y="1542143"/>
            <a:ext cx="50800" cy="2032000"/>
          </a:xfrm>
        </p:spPr>
        <p:txBody>
          <a:bodyPr/>
          <a:lstStyle/>
          <a:p>
            <a:r>
              <a:rPr lang="zh-CN" altLang="en-US"/>
              <a:t> </a:t>
            </a:r>
          </a:p>
        </p:txBody>
      </p:sp>
      <p:sp>
        <p:nvSpPr>
          <p:cNvPr id="5" name="文本占位符 4"/>
          <p:cNvSpPr>
            <a:spLocks noGrp="1"/>
          </p:cNvSpPr>
          <p:nvPr>
            <p:ph type="body" idx="16386"/>
            <p:custDataLst>
              <p:tags r:id="rId4"/>
            </p:custDataLst>
          </p:nvPr>
        </p:nvSpPr>
        <p:spPr>
          <a:xfrm>
            <a:off x="1153886" y="1542143"/>
            <a:ext cx="3786414" cy="508000"/>
          </a:xfrm>
        </p:spPr>
        <p:txBody>
          <a:bodyPr>
            <a:normAutofit fontScale="95000"/>
          </a:bodyPr>
          <a:lstStyle/>
          <a:p>
            <a:pPr algn="l">
              <a:lnSpc>
                <a:spcPct val="111000"/>
              </a:lnSpc>
            </a:pPr>
            <a:r>
              <a:rPr lang="zh-CN" altLang="en-US" sz="2000" dirty="0"/>
              <a:t>现有机器学习方案的局限性</a:t>
            </a:r>
          </a:p>
        </p:txBody>
      </p:sp>
      <p:sp>
        <p:nvSpPr>
          <p:cNvPr id="6" name="文本占位符 5"/>
          <p:cNvSpPr>
            <a:spLocks noGrp="1"/>
          </p:cNvSpPr>
          <p:nvPr>
            <p:ph type="body" idx="16387"/>
            <p:custDataLst>
              <p:tags r:id="rId5"/>
            </p:custDataLst>
          </p:nvPr>
        </p:nvSpPr>
        <p:spPr>
          <a:xfrm>
            <a:off x="1153886" y="2050143"/>
            <a:ext cx="3098800" cy="1524000"/>
          </a:xfrm>
        </p:spPr>
        <p:txBody>
          <a:bodyPr>
            <a:normAutofit/>
          </a:bodyPr>
          <a:lstStyle/>
          <a:p>
            <a:pPr algn="l">
              <a:lnSpc>
                <a:spcPct val="125000"/>
              </a:lnSpc>
            </a:pPr>
            <a:r>
              <a:rPr lang="zh-CN" altLang="en-US" dirty="0"/>
              <a:t>基于运动想象的机器学习模型在区分相似镜像动作（如左右肢体意图）时准确率显著下降，难以满足精密控制需求。</a:t>
            </a:r>
          </a:p>
        </p:txBody>
      </p:sp>
      <p:sp>
        <p:nvSpPr>
          <p:cNvPr id="7" name="装饰  2"/>
          <p:cNvSpPr>
            <a:spLocks noGrp="1"/>
          </p:cNvSpPr>
          <p:nvPr>
            <p:ph type="body" idx="16394"/>
            <p:custDataLst>
              <p:tags r:id="rId6"/>
            </p:custDataLst>
          </p:nvPr>
        </p:nvSpPr>
        <p:spPr>
          <a:xfrm>
            <a:off x="1001486" y="3751943"/>
            <a:ext cx="50800" cy="2032000"/>
          </a:xfrm>
        </p:spPr>
        <p:txBody>
          <a:bodyPr/>
          <a:lstStyle/>
          <a:p>
            <a:r>
              <a:rPr lang="zh-CN" altLang="en-US"/>
              <a:t> </a:t>
            </a:r>
          </a:p>
        </p:txBody>
      </p:sp>
      <p:sp>
        <p:nvSpPr>
          <p:cNvPr id="8" name="文本占位符 7"/>
          <p:cNvSpPr>
            <a:spLocks noGrp="1"/>
          </p:cNvSpPr>
          <p:nvPr>
            <p:ph type="body" idx="16388"/>
            <p:custDataLst>
              <p:tags r:id="rId7"/>
            </p:custDataLst>
          </p:nvPr>
        </p:nvSpPr>
        <p:spPr>
          <a:xfrm>
            <a:off x="1153886" y="3751943"/>
            <a:ext cx="3098800" cy="406400"/>
          </a:xfrm>
        </p:spPr>
        <p:txBody>
          <a:bodyPr>
            <a:normAutofit/>
          </a:bodyPr>
          <a:lstStyle/>
          <a:p>
            <a:pPr algn="l">
              <a:lnSpc>
                <a:spcPct val="111000"/>
              </a:lnSpc>
            </a:pPr>
            <a:r>
              <a:rPr lang="zh-CN" altLang="en-US" sz="1900" dirty="0"/>
              <a:t>SSVEP技术的核心优势</a:t>
            </a:r>
          </a:p>
        </p:txBody>
      </p:sp>
      <p:sp>
        <p:nvSpPr>
          <p:cNvPr id="9" name="文本占位符 8"/>
          <p:cNvSpPr>
            <a:spLocks noGrp="1"/>
          </p:cNvSpPr>
          <p:nvPr>
            <p:ph type="body" idx="16389"/>
            <p:custDataLst>
              <p:tags r:id="rId8"/>
            </p:custDataLst>
          </p:nvPr>
        </p:nvSpPr>
        <p:spPr>
          <a:xfrm>
            <a:off x="1153886" y="4259943"/>
            <a:ext cx="3098800" cy="1524000"/>
          </a:xfrm>
        </p:spPr>
        <p:txBody>
          <a:bodyPr>
            <a:normAutofit/>
          </a:bodyPr>
          <a:lstStyle/>
          <a:p>
            <a:pPr algn="l">
              <a:lnSpc>
                <a:spcPct val="125000"/>
              </a:lnSpc>
            </a:pPr>
            <a:r>
              <a:rPr lang="zh-CN" altLang="en-US" dirty="0"/>
              <a:t>SSVEP通过视觉刺激诱发稳定脑电响应，无需用户训练，可直接通过注视频率实现意图解码，具备更高的实时性和普适性。</a:t>
            </a:r>
          </a:p>
        </p:txBody>
      </p:sp>
      <p:sp>
        <p:nvSpPr>
          <p:cNvPr id="10" name="装饰  7"/>
          <p:cNvSpPr>
            <a:spLocks noGrp="1"/>
          </p:cNvSpPr>
          <p:nvPr>
            <p:ph type="body" idx="16395"/>
            <p:custDataLst>
              <p:tags r:id="rId9"/>
            </p:custDataLst>
          </p:nvPr>
        </p:nvSpPr>
        <p:spPr>
          <a:xfrm>
            <a:off x="6096000" y="1397000"/>
            <a:ext cx="50800" cy="2032000"/>
          </a:xfrm>
        </p:spPr>
        <p:txBody>
          <a:bodyPr/>
          <a:lstStyle/>
          <a:p>
            <a:r>
              <a:rPr lang="zh-CN" altLang="en-US"/>
              <a:t> </a:t>
            </a:r>
          </a:p>
        </p:txBody>
      </p:sp>
      <p:sp>
        <p:nvSpPr>
          <p:cNvPr id="11" name="文本占位符 10"/>
          <p:cNvSpPr>
            <a:spLocks noGrp="1"/>
          </p:cNvSpPr>
          <p:nvPr>
            <p:ph type="body" idx="16390"/>
            <p:custDataLst>
              <p:tags r:id="rId10"/>
            </p:custDataLst>
          </p:nvPr>
        </p:nvSpPr>
        <p:spPr>
          <a:xfrm>
            <a:off x="6248400" y="1397000"/>
            <a:ext cx="3098800" cy="406400"/>
          </a:xfrm>
        </p:spPr>
        <p:txBody>
          <a:bodyPr>
            <a:normAutofit/>
          </a:bodyPr>
          <a:lstStyle/>
          <a:p>
            <a:pPr algn="l">
              <a:lnSpc>
                <a:spcPct val="111000"/>
              </a:lnSpc>
            </a:pPr>
            <a:r>
              <a:rPr lang="zh-CN" altLang="en-US" sz="1900" dirty="0"/>
              <a:t>技术引进的实施路径</a:t>
            </a:r>
          </a:p>
        </p:txBody>
      </p:sp>
      <p:sp>
        <p:nvSpPr>
          <p:cNvPr id="12" name="文本占位符 11"/>
          <p:cNvSpPr>
            <a:spLocks noGrp="1"/>
          </p:cNvSpPr>
          <p:nvPr>
            <p:ph type="body" idx="16391"/>
            <p:custDataLst>
              <p:tags r:id="rId11"/>
            </p:custDataLst>
          </p:nvPr>
        </p:nvSpPr>
        <p:spPr>
          <a:xfrm>
            <a:off x="6248400" y="1905000"/>
            <a:ext cx="3098800" cy="1524000"/>
          </a:xfrm>
        </p:spPr>
        <p:txBody>
          <a:bodyPr>
            <a:normAutofit/>
          </a:bodyPr>
          <a:lstStyle/>
          <a:p>
            <a:pPr algn="l">
              <a:lnSpc>
                <a:spcPct val="125000"/>
              </a:lnSpc>
            </a:pPr>
            <a:r>
              <a:rPr lang="zh-CN" altLang="en-US"/>
              <a:t>从依赖运动想象信号的个性化模型，转向基于稳态视觉诱发电位（SSVEP）的频率编码方案，降低硬件成本并提升系统鲁棒性。</a:t>
            </a:r>
          </a:p>
        </p:txBody>
      </p:sp>
      <p:pic>
        <p:nvPicPr>
          <p:cNvPr id="15" name="ff440eee-2372-11eb-b29e-d6cb963a79da">
            <a:hlinkClick r:id="" action="ppaction://media"/>
            <a:extLst>
              <a:ext uri="{FF2B5EF4-FFF2-40B4-BE49-F238E27FC236}">
                <a16:creationId xmlns:a16="http://schemas.microsoft.com/office/drawing/2014/main" id="{7E00B4DA-45F6-9B3C-07C7-55C8D89F53BF}"/>
              </a:ext>
            </a:extLst>
          </p:cNvPr>
          <p:cNvPicPr>
            <a:picLocks noChangeAspect="1"/>
          </p:cNvPicPr>
          <p:nvPr>
            <a:videoFile r:link="rId13"/>
            <p:extLst>
              <p:ext uri="{DAA4B4D4-6D71-4841-9C94-3DE7FCFB9230}">
                <p14:media xmlns:p14="http://schemas.microsoft.com/office/powerpoint/2010/main" r:embed="rId12"/>
              </p:ext>
            </p:extLst>
          </p:nvPr>
        </p:nvPicPr>
        <p:blipFill>
          <a:blip r:embed="rId15"/>
          <a:stretch>
            <a:fillRect/>
          </a:stretch>
        </p:blipFill>
        <p:spPr>
          <a:xfrm>
            <a:off x="6096000" y="3683000"/>
            <a:ext cx="4165600" cy="27686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dissolve">
                                      <p:cBhvr>
                                        <p:cTn id="12" dur="500"/>
                                        <p:tgtEl>
                                          <p:spTgt spid="5">
                                            <p:txEl>
                                              <p:pRg st="0" end="0"/>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dissolve">
                                      <p:cBhvr>
                                        <p:cTn id="15" dur="500"/>
                                        <p:tgtEl>
                                          <p:spTgt spid="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1">
                                            <p:txEl>
                                              <p:pRg st="0" end="0"/>
                                            </p:txEl>
                                          </p:spTgt>
                                        </p:tgtEl>
                                        <p:attrNameLst>
                                          <p:attrName>style.visibility</p:attrName>
                                        </p:attrNameLst>
                                      </p:cBhvr>
                                      <p:to>
                                        <p:strVal val="visible"/>
                                      </p:to>
                                    </p:set>
                                    <p:animEffect transition="in" filter="dissolve">
                                      <p:cBhvr>
                                        <p:cTn id="20" dur="500"/>
                                        <p:tgtEl>
                                          <p:spTgt spid="11">
                                            <p:txEl>
                                              <p:pRg st="0" end="0"/>
                                            </p:txEl>
                                          </p:spTgt>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animEffect transition="in" filter="dissolve">
                                      <p:cBhvr>
                                        <p:cTn id="23" dur="500"/>
                                        <p:tgtEl>
                                          <p:spTgt spid="12">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8">
                                            <p:txEl>
                                              <p:pRg st="0" end="0"/>
                                            </p:txEl>
                                          </p:spTgt>
                                        </p:tgtEl>
                                        <p:attrNameLst>
                                          <p:attrName>style.visibility</p:attrName>
                                        </p:attrNameLst>
                                      </p:cBhvr>
                                      <p:to>
                                        <p:strVal val="visible"/>
                                      </p:to>
                                    </p:set>
                                    <p:animEffect transition="in" filter="dissolve">
                                      <p:cBhvr>
                                        <p:cTn id="28" dur="500"/>
                                        <p:tgtEl>
                                          <p:spTgt spid="8">
                                            <p:txEl>
                                              <p:pRg st="0" end="0"/>
                                            </p:txEl>
                                          </p:spTgt>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9">
                                            <p:txEl>
                                              <p:pRg st="0" end="0"/>
                                            </p:txEl>
                                          </p:spTgt>
                                        </p:tgtEl>
                                        <p:attrNameLst>
                                          <p:attrName>style.visibility</p:attrName>
                                        </p:attrNameLst>
                                      </p:cBhvr>
                                      <p:to>
                                        <p:strVal val="visible"/>
                                      </p:to>
                                    </p:set>
                                    <p:animEffect transition="in" filter="dissolve">
                                      <p:cBhvr>
                                        <p:cTn id="31" dur="500"/>
                                        <p:tgtEl>
                                          <p:spTgt spid="9">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dissolve">
                                      <p:cBhvr>
                                        <p:cTn id="3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37" fill="hold" display="0">
                  <p:stCondLst>
                    <p:cond delay="indefinite"/>
                  </p:stCondLst>
                </p:cTn>
                <p:tgtEl>
                  <p:spTgt spid="15"/>
                </p:tgtEl>
              </p:cMediaNode>
            </p:video>
            <p:seq concurrent="1" nextAc="seek">
              <p:cTn id="38" restart="whenNotActive" fill="hold" evtFilter="cancelBubble" nodeType="interactiveSeq">
                <p:stCondLst>
                  <p:cond evt="onClick" delay="0">
                    <p:tgtEl>
                      <p:spTgt spid="15"/>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5"/>
                                        </p:tgtEl>
                                      </p:cBhvr>
                                    </p:cmd>
                                  </p:childTnLst>
                                </p:cTn>
                              </p:par>
                            </p:childTnLst>
                          </p:cTn>
                        </p:par>
                      </p:childTnLst>
                    </p:cTn>
                  </p:par>
                  <p:par>
                    <p:cTn id="43" fill="hold">
                      <p:stCondLst>
                        <p:cond delay="indefinite"/>
                      </p:stCondLst>
                      <p:childTnLst>
                        <p:par>
                          <p:cTn id="44" fill="hold">
                            <p:stCondLst>
                              <p:cond delay="0"/>
                            </p:stCondLst>
                            <p:childTnLst>
                              <p:par>
                                <p:cTn id="45" presetID="1" presetClass="mediacall" presetSubtype="0" fill="hold" nodeType="clickEffect">
                                  <p:stCondLst>
                                    <p:cond delay="0"/>
                                  </p:stCondLst>
                                  <p:childTnLst>
                                    <p:cmd type="call" cmd="playFrom(0.0)">
                                      <p:cBhvr>
                                        <p:cTn id="46" dur="3780" fill="hold"/>
                                        <p:tgtEl>
                                          <p:spTgt spid="15"/>
                                        </p:tgtEl>
                                      </p:cBhvr>
                                    </p:cmd>
                                  </p:childTnLst>
                                </p:cTn>
                              </p:par>
                            </p:childTnLst>
                          </p:cTn>
                        </p:par>
                      </p:childTnLst>
                    </p:cTn>
                  </p:par>
                </p:childTnLst>
              </p:cTn>
              <p:nextCondLst>
                <p:cond evt="onClick" delay="0">
                  <p:tgtEl>
                    <p:spTgt spid="15"/>
                  </p:tgtEl>
                </p:cond>
              </p:nextCondLst>
            </p:seq>
          </p:childTnLst>
        </p:cTn>
      </p:par>
    </p:tnLst>
    <p:bldLst>
      <p:bldP spid="2" grpId="0"/>
      <p:bldP spid="5" grpId="0" build="p"/>
      <p:bldP spid="6" grpId="0" build="p"/>
      <p:bldP spid="8" grpId="0" build="p"/>
      <p:bldP spid="9" grpId="0" build="p"/>
      <p:bldP spid="11" grpId="0" build="p"/>
      <p:bldP spid="12"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AEDC64-029A-10CD-0CE4-7F2EC6BBC98E}"/>
              </a:ext>
            </a:extLst>
          </p:cNvPr>
          <p:cNvSpPr>
            <a:spLocks noGrp="1"/>
          </p:cNvSpPr>
          <p:nvPr>
            <p:ph type="ctrTitle" idx="16385"/>
          </p:nvPr>
        </p:nvSpPr>
        <p:spPr/>
        <p:txBody>
          <a:bodyPr/>
          <a:lstStyle/>
          <a:p>
            <a:r>
              <a:rPr kumimoji="1" lang="zh-CN" altLang="en-US" dirty="0"/>
              <a:t>用性价比方案实现较高准确率</a:t>
            </a:r>
          </a:p>
        </p:txBody>
      </p:sp>
      <p:pic>
        <p:nvPicPr>
          <p:cNvPr id="14" name="内容占位符 13">
            <a:extLst>
              <a:ext uri="{FF2B5EF4-FFF2-40B4-BE49-F238E27FC236}">
                <a16:creationId xmlns:a16="http://schemas.microsoft.com/office/drawing/2014/main" id="{4979F23C-0F46-B765-808D-473D2591598C}"/>
              </a:ext>
            </a:extLst>
          </p:cNvPr>
          <p:cNvPicPr>
            <a:picLocks noGrp="1" noChangeAspect="1"/>
          </p:cNvPicPr>
          <p:nvPr>
            <p:ph idx="16392"/>
          </p:nvPr>
        </p:nvPicPr>
        <p:blipFill>
          <a:blip r:embed="rId2">
            <a:extLst>
              <a:ext uri="{28A0092B-C50C-407E-A947-70E740481C1C}">
                <a14:useLocalDpi xmlns:a14="http://schemas.microsoft.com/office/drawing/2010/main" val="0"/>
              </a:ext>
            </a:extLst>
          </a:blip>
          <a:stretch>
            <a:fillRect/>
          </a:stretch>
        </p:blipFill>
        <p:spPr>
          <a:xfrm>
            <a:off x="5486400" y="1905000"/>
            <a:ext cx="5397500" cy="3602489"/>
          </a:xfrm>
        </p:spPr>
      </p:pic>
      <p:sp>
        <p:nvSpPr>
          <p:cNvPr id="4" name="文本占位符 3">
            <a:extLst>
              <a:ext uri="{FF2B5EF4-FFF2-40B4-BE49-F238E27FC236}">
                <a16:creationId xmlns:a16="http://schemas.microsoft.com/office/drawing/2014/main" id="{18FECA9F-16BE-4660-F5B7-B01F4CBEEB2F}"/>
              </a:ext>
            </a:extLst>
          </p:cNvPr>
          <p:cNvSpPr>
            <a:spLocks noGrp="1"/>
          </p:cNvSpPr>
          <p:nvPr>
            <p:ph type="body" idx="16393"/>
          </p:nvPr>
        </p:nvSpPr>
        <p:spPr>
          <a:xfrm>
            <a:off x="1155700" y="1397000"/>
            <a:ext cx="50800" cy="2032000"/>
          </a:xfrm>
        </p:spPr>
        <p:txBody>
          <a:bodyPr/>
          <a:lstStyle/>
          <a:p>
            <a:endParaRPr kumimoji="1" lang="zh-CN" altLang="en-US"/>
          </a:p>
        </p:txBody>
      </p:sp>
      <p:sp>
        <p:nvSpPr>
          <p:cNvPr id="5" name="文本占位符 4">
            <a:extLst>
              <a:ext uri="{FF2B5EF4-FFF2-40B4-BE49-F238E27FC236}">
                <a16:creationId xmlns:a16="http://schemas.microsoft.com/office/drawing/2014/main" id="{75CC1DFE-755E-5BB6-556D-0E09F9DDE881}"/>
              </a:ext>
            </a:extLst>
          </p:cNvPr>
          <p:cNvSpPr>
            <a:spLocks noGrp="1"/>
          </p:cNvSpPr>
          <p:nvPr>
            <p:ph type="body" idx="16386"/>
          </p:nvPr>
        </p:nvSpPr>
        <p:spPr>
          <a:xfrm>
            <a:off x="1308100" y="1397000"/>
            <a:ext cx="3098800" cy="406400"/>
          </a:xfrm>
        </p:spPr>
        <p:txBody>
          <a:bodyPr/>
          <a:lstStyle/>
          <a:p>
            <a:r>
              <a:rPr kumimoji="1" lang="zh-CN" altLang="en-US" dirty="0"/>
              <a:t>基于目前已有设备</a:t>
            </a:r>
          </a:p>
        </p:txBody>
      </p:sp>
      <p:sp>
        <p:nvSpPr>
          <p:cNvPr id="6" name="文本占位符 5">
            <a:extLst>
              <a:ext uri="{FF2B5EF4-FFF2-40B4-BE49-F238E27FC236}">
                <a16:creationId xmlns:a16="http://schemas.microsoft.com/office/drawing/2014/main" id="{DDC775BC-2B9E-C5D1-DFA1-78B6AE2D1DA9}"/>
              </a:ext>
            </a:extLst>
          </p:cNvPr>
          <p:cNvSpPr>
            <a:spLocks noGrp="1"/>
          </p:cNvSpPr>
          <p:nvPr>
            <p:ph type="body" idx="16387"/>
          </p:nvPr>
        </p:nvSpPr>
        <p:spPr>
          <a:xfrm>
            <a:off x="1308100" y="1905000"/>
            <a:ext cx="3098800" cy="1524000"/>
          </a:xfrm>
        </p:spPr>
        <p:txBody>
          <a:bodyPr/>
          <a:lstStyle/>
          <a:p>
            <a:r>
              <a:rPr kumimoji="1" lang="zh-CN" altLang="en-US" dirty="0"/>
              <a:t>目前小组内含有单通道的采集前额叶</a:t>
            </a:r>
            <a:r>
              <a:rPr kumimoji="1" lang="en-US" altLang="zh-CN" dirty="0"/>
              <a:t>EEG</a:t>
            </a:r>
            <a:r>
              <a:rPr kumimoji="1" lang="zh-CN" altLang="en-US" dirty="0"/>
              <a:t>信号的脑机设备，通过信号传输图，发现来自视网膜的频率信号可以通过神经通路传导到前额叶从而实现采集。</a:t>
            </a:r>
          </a:p>
        </p:txBody>
      </p:sp>
      <p:sp>
        <p:nvSpPr>
          <p:cNvPr id="7" name="文本占位符 6">
            <a:extLst>
              <a:ext uri="{FF2B5EF4-FFF2-40B4-BE49-F238E27FC236}">
                <a16:creationId xmlns:a16="http://schemas.microsoft.com/office/drawing/2014/main" id="{C560A703-5E25-1A7B-B6EE-7DCDB3CEC53F}"/>
              </a:ext>
            </a:extLst>
          </p:cNvPr>
          <p:cNvSpPr>
            <a:spLocks noGrp="1"/>
          </p:cNvSpPr>
          <p:nvPr>
            <p:ph type="body" idx="16394"/>
          </p:nvPr>
        </p:nvSpPr>
        <p:spPr>
          <a:xfrm>
            <a:off x="1155700" y="3949700"/>
            <a:ext cx="50800" cy="2032000"/>
          </a:xfrm>
        </p:spPr>
        <p:txBody>
          <a:bodyPr/>
          <a:lstStyle/>
          <a:p>
            <a:endParaRPr kumimoji="1" lang="zh-CN" altLang="en-US"/>
          </a:p>
        </p:txBody>
      </p:sp>
      <p:sp>
        <p:nvSpPr>
          <p:cNvPr id="8" name="文本占位符 7">
            <a:extLst>
              <a:ext uri="{FF2B5EF4-FFF2-40B4-BE49-F238E27FC236}">
                <a16:creationId xmlns:a16="http://schemas.microsoft.com/office/drawing/2014/main" id="{44A99362-2F2F-458F-BE8F-52E57EF20A5F}"/>
              </a:ext>
            </a:extLst>
          </p:cNvPr>
          <p:cNvSpPr>
            <a:spLocks noGrp="1"/>
          </p:cNvSpPr>
          <p:nvPr>
            <p:ph type="body" idx="16388"/>
          </p:nvPr>
        </p:nvSpPr>
        <p:spPr>
          <a:xfrm>
            <a:off x="1308100" y="3949700"/>
            <a:ext cx="3098800" cy="406400"/>
          </a:xfrm>
        </p:spPr>
        <p:txBody>
          <a:bodyPr>
            <a:normAutofit fontScale="92500"/>
          </a:bodyPr>
          <a:lstStyle/>
          <a:p>
            <a:r>
              <a:rPr kumimoji="1" lang="zh-CN" altLang="en-US" dirty="0"/>
              <a:t>添加更准确，低噪声设备</a:t>
            </a:r>
          </a:p>
        </p:txBody>
      </p:sp>
      <p:sp>
        <p:nvSpPr>
          <p:cNvPr id="9" name="文本占位符 8">
            <a:extLst>
              <a:ext uri="{FF2B5EF4-FFF2-40B4-BE49-F238E27FC236}">
                <a16:creationId xmlns:a16="http://schemas.microsoft.com/office/drawing/2014/main" id="{12D912A8-91AE-45E8-C89F-DFBC13B4A2E8}"/>
              </a:ext>
            </a:extLst>
          </p:cNvPr>
          <p:cNvSpPr>
            <a:spLocks noGrp="1"/>
          </p:cNvSpPr>
          <p:nvPr>
            <p:ph type="body" idx="16389"/>
          </p:nvPr>
        </p:nvSpPr>
        <p:spPr>
          <a:xfrm>
            <a:off x="1308100" y="4457700"/>
            <a:ext cx="3098800" cy="1524000"/>
          </a:xfrm>
        </p:spPr>
        <p:txBody>
          <a:bodyPr>
            <a:normAutofit/>
          </a:bodyPr>
          <a:lstStyle/>
          <a:p>
            <a:r>
              <a:rPr lang="zh-CN" altLang="en-US" dirty="0">
                <a:solidFill>
                  <a:srgbClr val="000000"/>
                </a:solidFill>
                <a:effectLst/>
                <a:latin typeface="Helvetica" pitchFamily="2" charset="0"/>
              </a:rPr>
              <a:t>干电极放置关键位置：</a:t>
            </a:r>
            <a:r>
              <a:rPr lang="en-US" altLang="zh-CN" dirty="0">
                <a:solidFill>
                  <a:srgbClr val="000000"/>
                </a:solidFill>
                <a:effectLst/>
                <a:latin typeface="Helvetica" pitchFamily="2" charset="0"/>
              </a:rPr>
              <a:t>Oz</a:t>
            </a:r>
            <a:r>
              <a:rPr lang="zh-CN" altLang="en-US" dirty="0">
                <a:solidFill>
                  <a:srgbClr val="000000"/>
                </a:solidFill>
                <a:effectLst/>
                <a:latin typeface="Helvetica" pitchFamily="2" charset="0"/>
              </a:rPr>
              <a:t>（后脑正中）、</a:t>
            </a:r>
            <a:r>
              <a:rPr lang="en-US" altLang="zh-CN" dirty="0">
                <a:solidFill>
                  <a:srgbClr val="000000"/>
                </a:solidFill>
                <a:effectLst/>
                <a:latin typeface="Helvetica" pitchFamily="2" charset="0"/>
              </a:rPr>
              <a:t>O1/O2</a:t>
            </a:r>
            <a:r>
              <a:rPr lang="zh-CN" altLang="en-US" dirty="0">
                <a:solidFill>
                  <a:srgbClr val="000000"/>
                </a:solidFill>
                <a:effectLst/>
                <a:latin typeface="Helvetica" pitchFamily="2" charset="0"/>
              </a:rPr>
              <a:t>（左右枕区）。参考电极（</a:t>
            </a:r>
            <a:r>
              <a:rPr lang="en-US" altLang="zh-CN" dirty="0">
                <a:solidFill>
                  <a:srgbClr val="000000"/>
                </a:solidFill>
                <a:effectLst/>
                <a:latin typeface="Helvetica" pitchFamily="2" charset="0"/>
              </a:rPr>
              <a:t>REF</a:t>
            </a:r>
            <a:r>
              <a:rPr lang="zh-CN" altLang="en-US" dirty="0">
                <a:solidFill>
                  <a:srgbClr val="000000"/>
                </a:solidFill>
                <a:effectLst/>
                <a:latin typeface="Helvetica" pitchFamily="2" charset="0"/>
              </a:rPr>
              <a:t>）放耳垂处，地电极（</a:t>
            </a:r>
            <a:r>
              <a:rPr lang="en-US" altLang="zh-CN" dirty="0">
                <a:solidFill>
                  <a:srgbClr val="000000"/>
                </a:solidFill>
                <a:effectLst/>
                <a:latin typeface="Helvetica" pitchFamily="2" charset="0"/>
              </a:rPr>
              <a:t>GND</a:t>
            </a:r>
            <a:r>
              <a:rPr lang="zh-CN" altLang="en-US" dirty="0">
                <a:solidFill>
                  <a:srgbClr val="000000"/>
                </a:solidFill>
                <a:effectLst/>
                <a:latin typeface="Helvetica" pitchFamily="2" charset="0"/>
              </a:rPr>
              <a:t>）放另一耳或前额。</a:t>
            </a:r>
            <a:endParaRPr kumimoji="1" lang="zh-CN" altLang="en-US" dirty="0"/>
          </a:p>
        </p:txBody>
      </p:sp>
    </p:spTree>
    <p:extLst>
      <p:ext uri="{BB962C8B-B14F-4D97-AF65-F5344CB8AC3E}">
        <p14:creationId xmlns:p14="http://schemas.microsoft.com/office/powerpoint/2010/main" val="17229140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
          <p:cNvSpPr>
            <a:spLocks noGrp="1"/>
          </p:cNvSpPr>
          <p:nvPr>
            <p:ph type="title" idx="16388"/>
            <p:custDataLst>
              <p:tags r:id="rId2"/>
            </p:custDataLst>
          </p:nvPr>
        </p:nvSpPr>
        <p:spPr/>
        <p:txBody>
          <a:bodyPr>
            <a:normAutofit/>
          </a:bodyPr>
          <a:lstStyle/>
          <a:p>
            <a:r>
              <a:rPr lang="zh-CN" altLang="en-US"/>
              <a:t>研究创新点</a:t>
            </a:r>
          </a:p>
        </p:txBody>
      </p:sp>
      <p:sp>
        <p:nvSpPr>
          <p:cNvPr id="3" name="文本占位符 13"/>
          <p:cNvSpPr>
            <a:spLocks noGrp="1"/>
          </p:cNvSpPr>
          <p:nvPr>
            <p:ph type="body" idx="16389"/>
            <p:custDataLst>
              <p:tags r:id="rId3"/>
            </p:custDataLst>
          </p:nvPr>
        </p:nvSpPr>
        <p:spPr/>
        <p:txBody>
          <a:bodyPr/>
          <a:lstStyle/>
          <a:p>
            <a:r>
              <a:rPr lang="en-US" altLang="en-US"/>
              <a:t>07</a:t>
            </a:r>
          </a:p>
        </p:txBody>
      </p:sp>
      <p:pic>
        <p:nvPicPr>
          <p:cNvPr id="7" name="图片 6">
            <a:extLst>
              <a:ext uri="{FF2B5EF4-FFF2-40B4-BE49-F238E27FC236}">
                <a16:creationId xmlns:a16="http://schemas.microsoft.com/office/drawing/2014/main" id="{6DD6017B-4172-BCCA-DA93-0DB825192510}"/>
              </a:ext>
            </a:extLst>
          </p:cNvPr>
          <p:cNvPicPr>
            <a:picLocks noChangeAspect="1"/>
          </p:cNvPicPr>
          <p:nvPr/>
        </p:nvPicPr>
        <p:blipFill>
          <a:blip r:embed="rId5">
            <a:biLevel thresh="25000"/>
            <a:extLst>
              <a:ext uri="{28A0092B-C50C-407E-A947-70E740481C1C}">
                <a14:useLocalDpi xmlns:a14="http://schemas.microsoft.com/office/drawing/2010/main" val="0"/>
              </a:ext>
            </a:extLst>
          </a:blip>
          <a:stretch>
            <a:fillRect/>
          </a:stretch>
        </p:blipFill>
        <p:spPr>
          <a:xfrm>
            <a:off x="0" y="0"/>
            <a:ext cx="1119664" cy="1122774"/>
          </a:xfrm>
          <a:prstGeom prst="rect">
            <a:avLst/>
          </a:prstGeom>
        </p:spPr>
      </p:pic>
    </p:spTree>
    <p:custDataLst>
      <p:tags r:id="rId1"/>
    </p:custData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p:txBody>
          <a:bodyPr>
            <a:normAutofit/>
          </a:bodyPr>
          <a:lstStyle/>
          <a:p>
            <a:pPr algn="l">
              <a:lnSpc>
                <a:spcPct val="111000"/>
              </a:lnSpc>
            </a:pPr>
            <a:r>
              <a:rPr lang="zh-CN" altLang="en-US" dirty="0"/>
              <a:t>多模态融合技术路线</a:t>
            </a:r>
          </a:p>
        </p:txBody>
      </p:sp>
      <p:pic>
        <p:nvPicPr>
          <p:cNvPr id="3" name="内容占位符 2" descr="5c6d87ca-0bee-11f1-8333-8e556cf1ba17"/>
          <p:cNvPicPr>
            <a:picLocks noGrp="1" noChangeAspect="1"/>
          </p:cNvPicPr>
          <p:nvPr>
            <p:ph idx="16394"/>
            <p:custDataLst>
              <p:tags r:id="rId3"/>
            </p:custDataLst>
          </p:nvPr>
        </p:nvPicPr>
        <p:blipFill>
          <a:blip r:embed="rId11"/>
          <a:srcRect t="79" b="79"/>
          <a:stretch>
            <a:fillRect/>
          </a:stretch>
        </p:blipFill>
        <p:spPr>
          <a:xfrm>
            <a:off x="609600" y="1524000"/>
            <a:ext cx="2438400" cy="2209800"/>
          </a:xfrm>
          <a:custGeom>
            <a:avLst/>
            <a:gdLst>
              <a:gd name="connisteX0" fmla="*/ 0 w 2438400"/>
              <a:gd name="connsiteY0" fmla="*/ 203200 h 2209800"/>
              <a:gd name="connisteX1" fmla="*/ 203200 w 2438400"/>
              <a:gd name="connsiteY1" fmla="*/ 0 h 2209800"/>
              <a:gd name="connisteX2" fmla="*/ 2235200 w 2438400"/>
              <a:gd name="connsiteY2" fmla="*/ 0 h 2209800"/>
              <a:gd name="connisteX3" fmla="*/ 2438400 w 2438400"/>
              <a:gd name="connsiteY3" fmla="*/ 203200 h 2209800"/>
              <a:gd name="connisteX4" fmla="*/ 2438400 w 2438400"/>
              <a:gd name="connsiteY4" fmla="*/ 2006600 h 2209800"/>
              <a:gd name="connisteX5" fmla="*/ 2235200 w 2438400"/>
              <a:gd name="connsiteY5" fmla="*/ 2209800 h 2209800"/>
              <a:gd name="connisteX6" fmla="*/ 203200 w 2438400"/>
              <a:gd name="connsiteY6" fmla="*/ 2209800 h 2209800"/>
              <a:gd name="connisteX7" fmla="*/ 0 w 2438400"/>
              <a:gd name="connsiteY7" fmla="*/ 2006600 h 2209800"/>
              <a:gd name="connisteX8" fmla="*/ 0 w 24384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2438400" h="2209800">
                <a:moveTo>
                  <a:pt x="0" y="203200"/>
                </a:moveTo>
                <a:cubicBezTo>
                  <a:pt x="0" y="90976"/>
                  <a:pt x="90976" y="0"/>
                  <a:pt x="203200" y="0"/>
                </a:cubicBezTo>
                <a:lnTo>
                  <a:pt x="2235200" y="0"/>
                </a:lnTo>
                <a:cubicBezTo>
                  <a:pt x="2347424" y="0"/>
                  <a:pt x="2438400" y="90976"/>
                  <a:pt x="2438400" y="203200"/>
                </a:cubicBezTo>
                <a:lnTo>
                  <a:pt x="2438400" y="2006600"/>
                </a:lnTo>
                <a:cubicBezTo>
                  <a:pt x="2438400" y="2118824"/>
                  <a:pt x="2347424" y="2209800"/>
                  <a:pt x="2235200" y="2209800"/>
                </a:cubicBezTo>
                <a:lnTo>
                  <a:pt x="203200" y="2209800"/>
                </a:lnTo>
                <a:cubicBezTo>
                  <a:pt x="90976" y="2209800"/>
                  <a:pt x="0" y="2118824"/>
                  <a:pt x="0" y="2006600"/>
                </a:cubicBezTo>
                <a:lnTo>
                  <a:pt x="0" y="203200"/>
                </a:lnTo>
                <a:close/>
              </a:path>
            </a:pathLst>
          </a:custGeom>
        </p:spPr>
      </p:pic>
      <p:sp>
        <p:nvSpPr>
          <p:cNvPr id="4" name="文本占位符 3"/>
          <p:cNvSpPr>
            <a:spLocks noGrp="1"/>
          </p:cNvSpPr>
          <p:nvPr>
            <p:ph type="body" idx="16386"/>
            <p:custDataLst>
              <p:tags r:id="rId4"/>
            </p:custDataLst>
          </p:nvPr>
        </p:nvSpPr>
        <p:spPr/>
        <p:txBody>
          <a:bodyPr>
            <a:normAutofit/>
          </a:bodyPr>
          <a:lstStyle/>
          <a:p>
            <a:pPr algn="l">
              <a:lnSpc>
                <a:spcPct val="111000"/>
              </a:lnSpc>
            </a:pPr>
            <a:r>
              <a:rPr lang="zh-CN" altLang="en-US"/>
              <a:t>硬件集成方案</a:t>
            </a:r>
          </a:p>
        </p:txBody>
      </p:sp>
      <p:sp>
        <p:nvSpPr>
          <p:cNvPr id="5" name="文本占位符 4"/>
          <p:cNvSpPr>
            <a:spLocks noGrp="1"/>
          </p:cNvSpPr>
          <p:nvPr>
            <p:ph type="body" idx="16387"/>
            <p:custDataLst>
              <p:tags r:id="rId5"/>
            </p:custDataLst>
          </p:nvPr>
        </p:nvSpPr>
        <p:spPr/>
        <p:txBody>
          <a:bodyPr>
            <a:normAutofit/>
          </a:bodyPr>
          <a:lstStyle/>
          <a:p>
            <a:pPr algn="l">
              <a:lnSpc>
                <a:spcPct val="125000"/>
              </a:lnSpc>
            </a:pPr>
            <a:r>
              <a:rPr lang="zh-CN" altLang="en-US" dirty="0"/>
              <a:t>集成干电极脑电与表面肌电传感器，开发轻量化可穿戴设备，实现多生理信号同步采集。</a:t>
            </a:r>
          </a:p>
        </p:txBody>
      </p:sp>
      <p:sp>
        <p:nvSpPr>
          <p:cNvPr id="7" name="文本占位符 6"/>
          <p:cNvSpPr>
            <a:spLocks noGrp="1"/>
          </p:cNvSpPr>
          <p:nvPr>
            <p:ph type="body" idx="16388"/>
            <p:custDataLst>
              <p:tags r:id="rId6"/>
            </p:custDataLst>
          </p:nvPr>
        </p:nvSpPr>
        <p:spPr>
          <a:xfrm>
            <a:off x="7603671" y="1644650"/>
            <a:ext cx="2590800" cy="406400"/>
          </a:xfrm>
        </p:spPr>
        <p:txBody>
          <a:bodyPr>
            <a:normAutofit/>
          </a:bodyPr>
          <a:lstStyle/>
          <a:p>
            <a:pPr algn="l">
              <a:lnSpc>
                <a:spcPct val="111000"/>
              </a:lnSpc>
            </a:pPr>
            <a:r>
              <a:rPr lang="zh-CN" altLang="en-US" dirty="0"/>
              <a:t>信号处理架构</a:t>
            </a:r>
          </a:p>
        </p:txBody>
      </p:sp>
      <p:sp>
        <p:nvSpPr>
          <p:cNvPr id="8" name="文本占位符 7"/>
          <p:cNvSpPr>
            <a:spLocks noGrp="1"/>
          </p:cNvSpPr>
          <p:nvPr>
            <p:ph type="body" idx="16389"/>
            <p:custDataLst>
              <p:tags r:id="rId7"/>
            </p:custDataLst>
          </p:nvPr>
        </p:nvSpPr>
        <p:spPr>
          <a:xfrm>
            <a:off x="7603670" y="2203450"/>
            <a:ext cx="3140529" cy="1314450"/>
          </a:xfrm>
        </p:spPr>
        <p:txBody>
          <a:bodyPr>
            <a:normAutofit/>
          </a:bodyPr>
          <a:lstStyle/>
          <a:p>
            <a:pPr algn="l">
              <a:lnSpc>
                <a:spcPct val="125000"/>
              </a:lnSpc>
            </a:pPr>
            <a:r>
              <a:rPr lang="zh-CN" altLang="en-US" dirty="0"/>
              <a:t>采用滑动窗口和无用信号的舍弃策略，提升复杂环境下信号信噪比，保障意图解码可靠性。</a:t>
            </a:r>
          </a:p>
        </p:txBody>
      </p:sp>
      <p:sp>
        <p:nvSpPr>
          <p:cNvPr id="13" name="文本占位符 12"/>
          <p:cNvSpPr>
            <a:spLocks noGrp="1"/>
          </p:cNvSpPr>
          <p:nvPr>
            <p:ph type="body" idx="16392"/>
            <p:custDataLst>
              <p:tags r:id="rId8"/>
            </p:custDataLst>
          </p:nvPr>
        </p:nvSpPr>
        <p:spPr>
          <a:xfrm>
            <a:off x="609600" y="4287157"/>
            <a:ext cx="2590800" cy="406400"/>
          </a:xfrm>
        </p:spPr>
        <p:txBody>
          <a:bodyPr>
            <a:normAutofit/>
          </a:bodyPr>
          <a:lstStyle/>
          <a:p>
            <a:pPr algn="l">
              <a:lnSpc>
                <a:spcPct val="111000"/>
              </a:lnSpc>
            </a:pPr>
            <a:r>
              <a:rPr lang="zh-CN" altLang="en-US" dirty="0"/>
              <a:t>可视化结果反馈</a:t>
            </a:r>
          </a:p>
        </p:txBody>
      </p:sp>
      <p:sp>
        <p:nvSpPr>
          <p:cNvPr id="14" name="文本占位符 13"/>
          <p:cNvSpPr>
            <a:spLocks noGrp="1"/>
          </p:cNvSpPr>
          <p:nvPr>
            <p:ph type="body" idx="16393"/>
            <p:custDataLst>
              <p:tags r:id="rId9"/>
            </p:custDataLst>
          </p:nvPr>
        </p:nvSpPr>
        <p:spPr>
          <a:xfrm>
            <a:off x="609599" y="4845957"/>
            <a:ext cx="3750129" cy="1219200"/>
          </a:xfrm>
        </p:spPr>
        <p:txBody>
          <a:bodyPr>
            <a:normAutofit/>
          </a:bodyPr>
          <a:lstStyle/>
          <a:p>
            <a:pPr algn="l">
              <a:lnSpc>
                <a:spcPct val="125000"/>
              </a:lnSpc>
            </a:pPr>
            <a:r>
              <a:rPr lang="zh-CN" altLang="en-US" dirty="0"/>
              <a:t>在模型训练过程中绘制图像，给出可视化的模型训练曲线便于后续调试以及查看。</a:t>
            </a:r>
          </a:p>
        </p:txBody>
      </p:sp>
      <p:pic>
        <p:nvPicPr>
          <p:cNvPr id="22" name="图片 21">
            <a:extLst>
              <a:ext uri="{FF2B5EF4-FFF2-40B4-BE49-F238E27FC236}">
                <a16:creationId xmlns:a16="http://schemas.microsoft.com/office/drawing/2014/main" id="{EA0D03D5-4B7D-2649-9B66-991A01ACE47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762500" y="3886200"/>
            <a:ext cx="6498771" cy="2755478"/>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dissolve">
                                      <p:cBhvr>
                                        <p:cTn id="15" dur="500"/>
                                        <p:tgtEl>
                                          <p:spTgt spid="4">
                                            <p:txEl>
                                              <p:pRg st="0" end="0"/>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dissolve">
                                      <p:cBhvr>
                                        <p:cTn id="18" dur="500"/>
                                        <p:tgtEl>
                                          <p:spTgt spid="5">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Effect transition="in" filter="dissolve">
                                      <p:cBhvr>
                                        <p:cTn id="23" dur="500"/>
                                        <p:tgtEl>
                                          <p:spTgt spid="7">
                                            <p:txEl>
                                              <p:pRg st="0" end="0"/>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8">
                                            <p:txEl>
                                              <p:pRg st="0" end="0"/>
                                            </p:txEl>
                                          </p:spTgt>
                                        </p:tgtEl>
                                        <p:attrNameLst>
                                          <p:attrName>style.visibility</p:attrName>
                                        </p:attrNameLst>
                                      </p:cBhvr>
                                      <p:to>
                                        <p:strVal val="visible"/>
                                      </p:to>
                                    </p:set>
                                    <p:animEffect transition="in" filter="dissolve">
                                      <p:cBhvr>
                                        <p:cTn id="26" dur="500"/>
                                        <p:tgtEl>
                                          <p:spTgt spid="8">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3">
                                            <p:txEl>
                                              <p:pRg st="0" end="0"/>
                                            </p:txEl>
                                          </p:spTgt>
                                        </p:tgtEl>
                                        <p:attrNameLst>
                                          <p:attrName>style.visibility</p:attrName>
                                        </p:attrNameLst>
                                      </p:cBhvr>
                                      <p:to>
                                        <p:strVal val="visible"/>
                                      </p:to>
                                    </p:set>
                                    <p:animEffect transition="in" filter="dissolve">
                                      <p:cBhvr>
                                        <p:cTn id="31" dur="500"/>
                                        <p:tgtEl>
                                          <p:spTgt spid="13">
                                            <p:txEl>
                                              <p:pRg st="0" end="0"/>
                                            </p:txEl>
                                          </p:spTgt>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4">
                                            <p:txEl>
                                              <p:pRg st="0" end="0"/>
                                            </p:txEl>
                                          </p:spTgt>
                                        </p:tgtEl>
                                        <p:attrNameLst>
                                          <p:attrName>style.visibility</p:attrName>
                                        </p:attrNameLst>
                                      </p:cBhvr>
                                      <p:to>
                                        <p:strVal val="visible"/>
                                      </p:to>
                                    </p:set>
                                    <p:animEffect transition="in" filter="dissolve">
                                      <p:cBhvr>
                                        <p:cTn id="34" dur="500"/>
                                        <p:tgtEl>
                                          <p:spTgt spid="14">
                                            <p:txEl>
                                              <p:pRg st="0" end="0"/>
                                            </p:txEl>
                                          </p:spTgt>
                                        </p:tgtEl>
                                      </p:cBhvr>
                                    </p:animEffect>
                                  </p:childTnLst>
                                </p:cTn>
                              </p:par>
                              <p:par>
                                <p:cTn id="35" presetID="9"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dissolve">
                                      <p:cBhvr>
                                        <p:cTn id="3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P spid="5" grpId="0" build="p"/>
      <p:bldP spid="7" grpId="0" build="p"/>
      <p:bldP spid="8" grpId="0" build="p"/>
      <p:bldP spid="13" grpId="0" build="p"/>
      <p:bldP spid="1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0"/>
          <p:cNvSpPr>
            <a:spLocks noGrp="1"/>
          </p:cNvSpPr>
          <p:nvPr>
            <p:ph type="body" idx="16389"/>
            <p:custDataLst>
              <p:tags r:id="rId2"/>
            </p:custDataLst>
          </p:nvPr>
        </p:nvSpPr>
        <p:spPr/>
        <p:txBody>
          <a:bodyPr/>
          <a:lstStyle/>
          <a:p>
            <a:r>
              <a:rPr lang="zh-CN" altLang="en-US" dirty="0"/>
              <a:t>THE END</a:t>
            </a:r>
          </a:p>
        </p:txBody>
      </p:sp>
      <p:sp>
        <p:nvSpPr>
          <p:cNvPr id="3" name="标题 35"/>
          <p:cNvSpPr>
            <a:spLocks noGrp="1"/>
          </p:cNvSpPr>
          <p:nvPr>
            <p:ph type="ctrTitle" idx="16388"/>
            <p:custDataLst>
              <p:tags r:id="rId3"/>
            </p:custDataLst>
          </p:nvPr>
        </p:nvSpPr>
        <p:spPr/>
        <p:txBody>
          <a:bodyPr>
            <a:normAutofit/>
          </a:bodyPr>
          <a:lstStyle/>
          <a:p>
            <a:r>
              <a:rPr lang="zh-CN" altLang="en-US"/>
              <a:t>谢谢</a:t>
            </a:r>
          </a:p>
        </p:txBody>
      </p:sp>
      <p:pic>
        <p:nvPicPr>
          <p:cNvPr id="14" name="图片 13">
            <a:extLst>
              <a:ext uri="{FF2B5EF4-FFF2-40B4-BE49-F238E27FC236}">
                <a16:creationId xmlns:a16="http://schemas.microsoft.com/office/drawing/2014/main" id="{2291CE05-E3FB-D60C-DBC4-687D1C9A9FC5}"/>
              </a:ext>
            </a:extLst>
          </p:cNvPr>
          <p:cNvPicPr>
            <a:picLocks noChangeAspect="1"/>
          </p:cNvPicPr>
          <p:nvPr/>
        </p:nvPicPr>
        <p:blipFill>
          <a:blip r:embed="rId5">
            <a:duotone>
              <a:prstClr val="black"/>
              <a:srgbClr val="223973">
                <a:tint val="45000"/>
                <a:satMod val="400000"/>
              </a:srgbClr>
            </a:duotone>
            <a:extLst>
              <a:ext uri="{28A0092B-C50C-407E-A947-70E740481C1C}">
                <a14:useLocalDpi xmlns:a14="http://schemas.microsoft.com/office/drawing/2010/main" val="0"/>
              </a:ext>
            </a:extLst>
          </a:blip>
          <a:stretch>
            <a:fillRect/>
          </a:stretch>
        </p:blipFill>
        <p:spPr>
          <a:xfrm>
            <a:off x="1276003" y="200774"/>
            <a:ext cx="7772400" cy="1075279"/>
          </a:xfrm>
          <a:prstGeom prst="rect">
            <a:avLst/>
          </a:prstGeom>
        </p:spPr>
      </p:pic>
      <p:pic>
        <p:nvPicPr>
          <p:cNvPr id="12" name="图片 11">
            <a:extLst>
              <a:ext uri="{FF2B5EF4-FFF2-40B4-BE49-F238E27FC236}">
                <a16:creationId xmlns:a16="http://schemas.microsoft.com/office/drawing/2014/main" id="{ADDAED53-736A-5365-8ACE-40A7401EBD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76003" y="230414"/>
            <a:ext cx="7343916" cy="1016000"/>
          </a:xfrm>
          <a:prstGeom prst="rect">
            <a:avLst/>
          </a:prstGeom>
        </p:spPr>
      </p:pic>
    </p:spTree>
    <p:custDataLst>
      <p:tags r:id="rId1"/>
    </p:custDataLst>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AITEMPLATE_STYLE_ID" val="69796638351"/>
</p:tagLst>
</file>

<file path=ppt/tags/tag35.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D" val="_0*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6.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LAYOUTZORDER" val="12"/>
  <p:tag name="KSO_WM_UNIT_ID" val="_11*i*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7.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LAYOUTZORDER" val="13"/>
  <p:tag name="KSO_WM_UNIT_ID" val="_11*i*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8.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9.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40.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41.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0*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42.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0*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43.xml><?xml version="1.0" encoding="utf-8"?>
<p:tagLst xmlns:a="http://schemas.openxmlformats.org/drawingml/2006/main" xmlns:r="http://schemas.openxmlformats.org/officeDocument/2006/relationships" xmlns:p="http://schemas.openxmlformats.org/presentationml/2006/main">
  <p:tag name="LAYOUTZORDER" val="15"/>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44.xml><?xml version="1.0" encoding="utf-8"?>
<p:tagLst xmlns:a="http://schemas.openxmlformats.org/drawingml/2006/main" xmlns:r="http://schemas.openxmlformats.org/officeDocument/2006/relationships" xmlns:p="http://schemas.openxmlformats.org/presentationml/2006/main">
  <p:tag name="KSO_WM_TEMPLATE_SUBCATEGORY" val="29"/>
  <p:tag name="KSO_WM_BEAUTIFY_FLAG" val="#wm#"/>
  <p:tag name="KSO_WM_TEMPLATE_SLIDE_ID" val="slide_7d1b418b74e2b859"/>
  <p:tag name="KSO_WM_TEMPLATE_THUMBS_INDEX" val="1、9"/>
  <p:tag name="KSO_WM_TEMPLATE_INDEX" val="40485812"/>
  <p:tag name="KSO_WM_TEMPLATE_CATEGORY" val="custom"/>
  <p:tag name="KSO_WM_TEMPLATE_MASTER_TYPE" val="0"/>
  <p:tag name="KSO_WM_TAG_VERSION" val="3.0"/>
</p:tagLst>
</file>

<file path=ppt/tags/tag45.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46.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2f978c659bbdbe9b7052d90ae09a5ac8a2061eb4"/>
  <p:tag name="KSO_WM_NEWLAYOUT_GROUP_ID" val="layout_10008"/>
  <p:tag name="KSO_WM_NEWLAYOUT_ID" val="slide_31934ddb0ba1bdba"/>
</p:tagLst>
</file>

<file path=ppt/tags/tag48.xml><?xml version="1.0" encoding="utf-8"?>
<p:tagLst xmlns:a="http://schemas.openxmlformats.org/drawingml/2006/main" xmlns:r="http://schemas.openxmlformats.org/officeDocument/2006/relationships" xmlns:p="http://schemas.openxmlformats.org/presentationml/2006/main">
  <p:tag name="KSO_WM_FIGMA_DECORATION_INDEX" val="1"/>
  <p:tag name="$PH_EXT" val="1"/>
  <p:tag name="KSO_WM_BEAUTIFY_FLAG" val="#fgm#"/>
  <p:tag name="KSO_WM_DIAGRAM_GROUP_CODE" val="1"/>
  <p:tag name="KSO_WM_FIGMA_FLAG" val="#fgm#"/>
  <p:tag name="KSO_WM_UNIT_INDEX" val="1_1_1"/>
  <p:tag name="KSO_WM_UNIT_TYPE" val="l_h_x"/>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51.xml><?xml version="1.0" encoding="utf-8"?>
<p:tagLst xmlns:a="http://schemas.openxmlformats.org/drawingml/2006/main" xmlns:r="http://schemas.openxmlformats.org/officeDocument/2006/relationships"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54.xml><?xml version="1.0" encoding="utf-8"?>
<p:tagLst xmlns:a="http://schemas.openxmlformats.org/drawingml/2006/main" xmlns:r="http://schemas.openxmlformats.org/officeDocument/2006/relationships" xmlns:p="http://schemas.openxmlformats.org/presentationml/2006/main">
  <p:tag name="KSO_WM_FIGMA_DECORATION_INDEX" val="3"/>
  <p:tag name="$PH_EXT" val="1"/>
  <p:tag name="KSO_WM_BEAUTIFY_FLAG" val="#fgm#"/>
  <p:tag name="KSO_WM_DIAGRAM_GROUP_CODE" val="1"/>
  <p:tag name="KSO_WM_FIGMA_FLAG" val="#fgm#"/>
  <p:tag name="KSO_WM_UNIT_INDEX" val="1_3_1"/>
  <p:tag name="KSO_WM_UNIT_TYPE" val="l_h_x"/>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57.xml><?xml version="1.0" encoding="utf-8"?>
<p:tagLst xmlns:a="http://schemas.openxmlformats.org/drawingml/2006/main" xmlns:r="http://schemas.openxmlformats.org/officeDocument/2006/relationships" xmlns:p="http://schemas.openxmlformats.org/presentationml/2006/main">
  <p:tag name="KSO_WM_FIGMA_DECORATION_INDEX" val="4"/>
  <p:tag name="$PH_EXT" val="1"/>
  <p:tag name="KSO_WM_BEAUTIFY_FLAG" val="#fgm#"/>
  <p:tag name="KSO_WM_DIAGRAM_GROUP_CODE" val="1"/>
  <p:tag name="KSO_WM_FIGMA_FLAG" val="#fgm#"/>
  <p:tag name="KSO_WM_UNIT_INDEX" val="1_4_1"/>
  <p:tag name="KSO_WM_UNIT_TYPE" val="l_h_x"/>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60.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61.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bed9c77b51d07be2a5a8765f5b6cd26c3c59c48c"/>
  <p:tag name="KSO_WM_NEWLAYOUT_GROUP_ID" val="layout_10014"/>
  <p:tag name="KSO_WM_NEWLAYOUT_ID" val="slide_950849bfc2c3a066"/>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d"/>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75.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76.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8e053bf4b0c827ff9f088b80a29744723839399b"/>
  <p:tag name="KSO_WM_NEWLAYOUT_GROUP_ID" val="layout_6"/>
  <p:tag name="KSO_WM_NEWLAYOUT_ID" val="slide_82e1f1fbf520933b"/>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79.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82.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85.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88.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4_1"/>
  <p:tag name="KSO_WM_UNIT_TYPE" val="l_h_i"/>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91.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92.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6e08e72b41e287583226d098b7a69fd5df192030"/>
  <p:tag name="KSO_WM_NEWLAYOUT_GROUP_ID" val="layout_10003"/>
  <p:tag name="KSO_WM_NEWLAYOUT_ID" val="slide_07a157e0b255a435"/>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95.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98.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0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03.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104.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2308f96c786364ed2e945af32b44be4dc3152f57"/>
  <p:tag name="KSO_WM_NEWLAYOUT_GROUP_ID" val="layout_59"/>
  <p:tag name="KSO_WM_NEWLAYOUT_ID" val="slide_bb541080977a002b"/>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107.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10.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13.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16.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117.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ff73da458187d468a78e756d579d2be271568c98"/>
  <p:tag name="KSO_WM_NEWLAYOUT_GROUP_ID" val="layout_10013"/>
  <p:tag name="KSO_WM_NEWLAYOUT_ID" val="slide_76aeae7ac000f687"/>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128.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129.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4fca8a61a329d15fdf9d8e65411c5e3a6b40c58b"/>
  <p:tag name="KSO_WM_NEWLAYOUT_GROUP_ID" val="layout_30"/>
  <p:tag name="KSO_WM_NEWLAYOUT_ID" val="slide_9aff4a90289760fc"/>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132.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35.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38.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41.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4_1"/>
  <p:tag name="KSO_WM_UNIT_TYPE" val="l_h_i"/>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144.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145.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439ecabf8c12d0a46616ff68f27fd17a067b90f1"/>
  <p:tag name="KSO_WM_NEWLAYOUT_GROUP_ID" val="layout_27"/>
  <p:tag name="KSO_WM_NEWLAYOUT_ID" val="slide_32796d7565842e22"/>
</p:tagLst>
</file>

<file path=ppt/tags/tag147.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51.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55.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59.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4_1"/>
  <p:tag name="KSO_WM_UNIT_TYPE" val="l_h_i"/>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2"/>
  <p:tag name="KSO_WM_UNIT_SUBTYPE" val="d"/>
  <p:tag name="KSO_WM_UNIT_TYPE" val="l_h_i"/>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163.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164.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012757ac6af39f4e6ee86f88ea12696e630feb94"/>
  <p:tag name="KSO_WM_NEWLAYOUT_GROUP_ID" val="layout_32"/>
  <p:tag name="KSO_WM_NEWLAYOUT_ID" val="slide_f95b87826d1fb558"/>
</p:tagLst>
</file>

<file path=ppt/tags/tag166.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67.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2"/>
  <p:tag name="KSO_WM_UNIT_TYPE" val="l_h_i"/>
</p:tagLst>
</file>

<file path=ppt/tags/tag168.xml><?xml version="1.0" encoding="utf-8"?>
<p:tagLst xmlns:a="http://schemas.openxmlformats.org/drawingml/2006/main" xmlns:r="http://schemas.openxmlformats.org/officeDocument/2006/relationships"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71.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172.xml><?xml version="1.0" encoding="utf-8"?>
<p:tagLst xmlns:a="http://schemas.openxmlformats.org/drawingml/2006/main" xmlns:r="http://schemas.openxmlformats.org/officeDocument/2006/relationships" xmlns:p="http://schemas.openxmlformats.org/presentationml/2006/main">
  <p:tag name="KSO_WM_FIGMA_DECORATION_INDEX" val="15"/>
  <p:tag name="$PH_EXT" val="2"/>
  <p:tag name="KSO_WM_BEAUTIFY_FLAG" val="#fgm#"/>
  <p:tag name="KSO_WM_DIAGRAM_GROUP_CODE" val="1"/>
  <p:tag name="KSO_WM_FIGMA_FLAG" val="#fgm#"/>
  <p:tag name="KSO_WM_SYNC_SLIDE_TEXT" val="1"/>
  <p:tag name="KSO_WM_UNIT_INDEX" val="1_2_2"/>
  <p:tag name="KSO_WM_UNIT_TYPE" val="l_h_i"/>
</p:tagLst>
</file>

<file path=ppt/tags/tag173.xml><?xml version="1.0" encoding="utf-8"?>
<p:tagLst xmlns:a="http://schemas.openxmlformats.org/drawingml/2006/main" xmlns:r="http://schemas.openxmlformats.org/officeDocument/2006/relationships"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76.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3_1"/>
  <p:tag name="KSO_WM_UNIT_TYPE" val="l_h_i"/>
</p:tagLst>
</file>

<file path=ppt/tags/tag177.xml><?xml version="1.0" encoding="utf-8"?>
<p:tagLst xmlns:a="http://schemas.openxmlformats.org/drawingml/2006/main" xmlns:r="http://schemas.openxmlformats.org/officeDocument/2006/relationships" xmlns:p="http://schemas.openxmlformats.org/presentationml/2006/main">
  <p:tag name="KSO_WM_FIGMA_DECORATION_INDEX" val="15"/>
  <p:tag name="$PH_EXT" val="2"/>
  <p:tag name="KSO_WM_BEAUTIFY_FLAG" val="#fgm#"/>
  <p:tag name="KSO_WM_DIAGRAM_GROUP_CODE" val="1"/>
  <p:tag name="KSO_WM_FIGMA_FLAG" val="#fgm#"/>
  <p:tag name="KSO_WM_SYNC_SLIDE_TEXT" val="1"/>
  <p:tag name="KSO_WM_UNIT_INDEX" val="1_3_2"/>
  <p:tag name="KSO_WM_UNIT_TYPE" val="l_h_i"/>
</p:tagLst>
</file>

<file path=ppt/tags/tag178.xml><?xml version="1.0" encoding="utf-8"?>
<p:tagLst xmlns:a="http://schemas.openxmlformats.org/drawingml/2006/main" xmlns:r="http://schemas.openxmlformats.org/officeDocument/2006/relationships" xmlns:p="http://schemas.openxmlformats.org/presentationml/2006/main">
  <p:tag name="KSO_WM_FIGMA_DECORATION_INDEX" val="3"/>
  <p:tag name="$PH_EXT" val="1"/>
  <p:tag name="KSO_WM_BEAUTIFY_FLAG" val="#fgm#"/>
  <p:tag name="KSO_WM_DIAGRAM_GROUP_CODE" val="1"/>
  <p:tag name="KSO_WM_FIGMA_FLAG" val="#fgm#"/>
  <p:tag name="KSO_WM_UNIT_INDEX" val="1_3_1"/>
  <p:tag name="KSO_WM_UNIT_TYPE" val="l_h_x"/>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8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Lst>
</file>

<file path=ppt/tags/tag182.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4_2"/>
  <p:tag name="KSO_WM_UNIT_TYPE" val="l_h_i"/>
</p:tagLst>
</file>

<file path=ppt/tags/tag183.xml><?xml version="1.0" encoding="utf-8"?>
<p:tagLst xmlns:a="http://schemas.openxmlformats.org/drawingml/2006/main" xmlns:r="http://schemas.openxmlformats.org/officeDocument/2006/relationships" xmlns:p="http://schemas.openxmlformats.org/presentationml/2006/main">
  <p:tag name="KSO_WM_FIGMA_DECORATION_INDEX" val="10"/>
  <p:tag name="$PH_EXT" val="1"/>
  <p:tag name="KSO_WM_BEAUTIFY_FLAG" val="#fgm#"/>
  <p:tag name="KSO_WM_DIAGRAM_GROUP_CODE" val="1"/>
  <p:tag name="KSO_WM_FIGMA_FLAG" val="#fgm#"/>
  <p:tag name="KSO_WM_UNIT_INDEX" val="1_4_1"/>
  <p:tag name="KSO_WM_UNIT_TYPE" val="l_h_x"/>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186.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187.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3c45c70af5212ddd58228fe91b7ccdef486f17d8"/>
  <p:tag name="KSO_WM_NEWLAYOUT_GROUP_ID" val="layout_10007"/>
  <p:tag name="KSO_WM_NEWLAYOUT_ID" val="slide_5d2fe44769cb3f7d"/>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197.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198.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f4fc8d80598259bf12c1195c4b12db6a46fc90df"/>
  <p:tag name="KSO_WM_NEWLAYOUT_GROUP_ID" val="layout_26"/>
  <p:tag name="KSO_WM_NEWLAYOUT_ID" val="slide_f2f0a703e5376311"/>
</p:tagLst>
</file>

<file path=ppt/tags/tag200.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04.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08.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212.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d"/>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216.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217.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a7f2bf8959cb11f64b2c9910393fefb85a6674e8"/>
  <p:tag name="KSO_WM_NEWLAYOUT_GROUP_ID" val="layout_2"/>
  <p:tag name="KSO_WM_NEWLAYOUT_ID" val="slide_dbd12360534da726"/>
</p:tagLst>
</file>

<file path=ppt/tags/tag219.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2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22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2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23.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22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22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27.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22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231.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232.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a2d93591561a56b9b5e62eab9b1b2b57aa433b77"/>
  <p:tag name="KSO_WM_NEWLAYOUT_GROUP_ID" val="layout_42"/>
  <p:tag name="KSO_WM_NEWLAYOUT_ID" val="slide_3fa2b457fbd1d7e4"/>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235.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23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3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38.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23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4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41.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24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4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244.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245.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24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1f160daae49702b1a638c91d971dacfaafcbdbd2"/>
  <p:tag name="KSO_WM_NEWLAYOUT_GROUP_ID" val="layout_31"/>
  <p:tag name="KSO_WM_NEWLAYOUT_ID" val="slide_5de812628256de36"/>
</p:tagLst>
</file>

<file path=ppt/tags/tag247.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24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24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5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5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25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25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5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55.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25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25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5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259.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Lst>
</file>

<file path=ppt/tags/tag26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d"/>
</p:tagLst>
</file>

<file path=ppt/tags/tag26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26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Lst>
</file>

<file path=ppt/tags/tag263.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264.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26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78addf1a1a900a4a7cb49a2dd4f2183d6fc88956"/>
  <p:tag name="KSO_WM_NEWLAYOUT_GROUP_ID" val="layout_34"/>
  <p:tag name="KSO_WM_NEWLAYOUT_ID" val="slide_4acdb5d565d7a68b"/>
</p:tagLst>
</file>

<file path=ppt/tags/tag26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Lst>
</file>

<file path=ppt/tags/tag26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6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6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Lst>
</file>

<file path=ppt/tags/tag27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7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7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Lst>
</file>

<file path=ppt/tags/tag27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7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275.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276.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27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4247355f0c26de3753c2d1c2d7184cc1edb1dae3"/>
  <p:tag name="KSO_WM_NEWLAYOUT_GROUP_ID" val="layout_51"/>
  <p:tag name="KSO_WM_NEWLAYOUT_ID" val="slide_a7e39da085e081a1"/>
</p:tagLst>
</file>

<file path=ppt/tags/tag27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d"/>
</p:tagLst>
</file>

<file path=ppt/tags/tag27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8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28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8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28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8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285.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286.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28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b"/>
</p:tagLst>
</file>

<file path=ppt/tags/tag28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a"/>
  <p:tag name="KSO_WM_LAYOUT_CHECK_HASH" val="e6e1c320adbe63489b28271d865ffa15645b2d03"/>
  <p:tag name="KSO_WM_NEWLAYOUT_GROUP_ID" val="layout_1-5"/>
  <p:tag name="KSO_WM_NEWLAYOUT_ID" val="slide_063b19861dc0a508"/>
</p:tagLst>
</file>

<file path=ppt/tags/tag28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290.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1_2"/>
  <p:tag name="KSO_WM_UNIT_TYPE" val="l_h_i"/>
</p:tagLst>
</file>

<file path=ppt/tags/tag29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29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293.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2_2"/>
  <p:tag name="KSO_WM_UNIT_TYPE" val="l_h_i"/>
</p:tagLst>
</file>

<file path=ppt/tags/tag29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29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296.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Lst>
</file>

<file path=ppt/tags/tag29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298.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299.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0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b"/>
</p:tagLst>
</file>

<file path=ppt/tags/tag301.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a"/>
  <p:tag name="KSO_WM_LAYOUT_CHECK_HASH" val="66cf9bfeac5e5b7006a6ed97b1e38fec451ff38f"/>
  <p:tag name="KSO_WM_NEWLAYOUT_GROUP_ID" val="layout_1-5"/>
  <p:tag name="KSO_WM_NEWLAYOUT_ID" val="slide_61223ae7a7f7aefc"/>
</p:tagLst>
</file>

<file path=ppt/tags/tag30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303.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1_2"/>
  <p:tag name="KSO_WM_UNIT_TYPE" val="l_h_i"/>
</p:tagLst>
</file>

<file path=ppt/tags/tag30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30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306.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2_2"/>
  <p:tag name="KSO_WM_UNIT_TYPE" val="l_h_i"/>
</p:tagLst>
</file>

<file path=ppt/tags/tag30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30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309.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Lst>
</file>

<file path=ppt/tags/tag31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31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312.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4_2"/>
  <p:tag name="KSO_WM_UNIT_TYPE" val="l_h_i"/>
</p:tagLst>
</file>

<file path=ppt/tags/tag31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314.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15.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16.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1*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17.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1*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18.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SCONTENTSTITLE" val="1"/>
  <p:tag name="LAYOUTZORDER" val="2"/>
  <p:tag name="KSO_WM_UNIT_ID" val="_2*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19.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KSO_WM_UNIT_ISCONTENTSTITLE" val="1"/>
  <p:tag name="LAYOUTZORDER" val="3"/>
  <p:tag name="KSO_WM_UNIT_ID" val="_2*i*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20.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SCONTENTSTITLE" val="1"/>
  <p:tag name="LAYOUTZORDER" val="4"/>
  <p:tag name="KSO_WM_UNIT_ID" val="_2*i*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21.xml><?xml version="1.0" encoding="utf-8"?>
<p:tagLst xmlns:a="http://schemas.openxmlformats.org/drawingml/2006/main" xmlns:r="http://schemas.openxmlformats.org/officeDocument/2006/relationships" xmlns:p="http://schemas.openxmlformats.org/presentationml/2006/main">
  <p:tag name="KSO_WM_UNIT_TYPE" val="i"/>
  <p:tag name="KSO_WM_UNIT_INDEX" val="7"/>
  <p:tag name="KSO_WM_BEAUTIFY_FLAG" val="#wm#"/>
  <p:tag name="KSO_WM_TAG_VERSION" val="3.0"/>
  <p:tag name="KSO_WM_UNIT_ISCONTENTSTITLE" val="1"/>
  <p:tag name="LAYOUTZORDER" val="5"/>
  <p:tag name="KSO_WM_UNIT_ID" val="_2*i*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22.xml><?xml version="1.0" encoding="utf-8"?>
<p:tagLst xmlns:a="http://schemas.openxmlformats.org/drawingml/2006/main" xmlns:r="http://schemas.openxmlformats.org/officeDocument/2006/relationships" xmlns:p="http://schemas.openxmlformats.org/presentationml/2006/main">
  <p:tag name="KSO_WM_UNIT_TYPE" val="i"/>
  <p:tag name="KSO_WM_UNIT_INDEX" val="6"/>
  <p:tag name="KSO_WM_BEAUTIFY_FLAG" val="#wm#"/>
  <p:tag name="KSO_WM_TAG_VERSION" val="3.0"/>
  <p:tag name="KSO_WM_UNIT_ISCONTENTSTITLE" val="1"/>
  <p:tag name="LAYOUTZORDER" val="6"/>
  <p:tag name="KSO_WM_UNIT_ID" val="_2*i*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23.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SCONTENTSTITLE" val="1"/>
  <p:tag name="LAYOUTZORDER" val="7"/>
  <p:tag name="KSO_WM_UNIT_ID" val="_2*i*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24.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SCONTENTSTITLE" val="1"/>
  <p:tag name="LAYOUTZORDER" val="9"/>
  <p:tag name="KSO_WM_UNIT_ID" val="_2*i*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 name="KSO_WM_TEMPLATE_CATEGORY" val="custom"/>
  <p:tag name="KSO_WM_TEMPLATE_USER_THEME" val="1"/>
  <p:tag name="KSO_WM_TEMPLATE_INDEX" val="40485812"/>
</p:tagLst>
</file>

<file path=ppt/tags/tag3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5812"/>
</p:tagLst>
</file>

<file path=ppt/tags/tag3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5812"/>
</p:tagLst>
</file>

<file path=ppt/tags/tag3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 name="KSO_WM_TEMPLATE_CATEGORY" val="custom"/>
  <p:tag name="KSO_WM_TEMPLATE_USER_THEME" val="1"/>
  <p:tag name="KSO_WM_UNIT_ISNUMDGMTITLE" val="0"/>
  <p:tag name="KSO_WM_UNIT_NOCLEAR" val="0"/>
  <p:tag name="KSO_WM_TEMPLATE_INDEX" val="40485812"/>
</p:tagLst>
</file>

<file path=ppt/tags/tag329.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3*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30.xml><?xml version="1.0" encoding="utf-8"?>
<p:tagLst xmlns:a="http://schemas.openxmlformats.org/drawingml/2006/main" xmlns:r="http://schemas.openxmlformats.org/officeDocument/2006/relationships" xmlns:p="http://schemas.openxmlformats.org/presentationml/2006/main">
  <p:tag name="KSO_WM_UNIT_TYPE" val="f"/>
  <p:tag name="KSO_WM_UNIT_INDEX" val="2"/>
  <p:tag name="KSO_WM_UNIT_ID" val="_3*f*2"/>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31.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32.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33.xml><?xml version="1.0" encoding="utf-8"?>
<p:tagLst xmlns:a="http://schemas.openxmlformats.org/drawingml/2006/main" xmlns:r="http://schemas.openxmlformats.org/officeDocument/2006/relationships" xmlns:p="http://schemas.openxmlformats.org/presentationml/2006/main">
  <p:tag name="KSO_WM_UNIT_ID" val="_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34.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3*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35.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4*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36.xml><?xml version="1.0" encoding="utf-8"?>
<p:tagLst xmlns:a="http://schemas.openxmlformats.org/drawingml/2006/main" xmlns:r="http://schemas.openxmlformats.org/officeDocument/2006/relationships" xmlns:p="http://schemas.openxmlformats.org/presentationml/2006/main">
  <p:tag name="KSO_WM_UNIT_TYPE" val="f"/>
  <p:tag name="KSO_WM_UNIT_INDEX" val="2"/>
  <p:tag name="KSO_WM_UNIT_ID" val="_4*f*2"/>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37.xml><?xml version="1.0" encoding="utf-8"?>
<p:tagLst xmlns:a="http://schemas.openxmlformats.org/drawingml/2006/main" xmlns:r="http://schemas.openxmlformats.org/officeDocument/2006/relationships" xmlns:p="http://schemas.openxmlformats.org/presentationml/2006/main">
  <p:tag name="KSO_WM_UNIT_TYPE" val="f"/>
  <p:tag name="KSO_WM_UNIT_INDEX" val="3"/>
  <p:tag name="KSO_WM_UNIT_ID" val="_4*f*3"/>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38.xml><?xml version="1.0" encoding="utf-8"?>
<p:tagLst xmlns:a="http://schemas.openxmlformats.org/drawingml/2006/main" xmlns:r="http://schemas.openxmlformats.org/officeDocument/2006/relationships" xmlns:p="http://schemas.openxmlformats.org/presentationml/2006/main">
  <p:tag name="KSO_WM_UNIT_TYPE" val="f"/>
  <p:tag name="KSO_WM_UNIT_INDEX" val="4"/>
  <p:tag name="KSO_WM_UNIT_ID" val="_4*f*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39.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40.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41.xml><?xml version="1.0" encoding="utf-8"?>
<p:tagLst xmlns:a="http://schemas.openxmlformats.org/drawingml/2006/main" xmlns:r="http://schemas.openxmlformats.org/officeDocument/2006/relationships" xmlns:p="http://schemas.openxmlformats.org/presentationml/2006/main">
  <p:tag name="KSO_WM_UNIT_ID" val="_4**"/>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42.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4*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43.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44.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45.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46.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5*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47.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48.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49.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50.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7*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51.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52.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53.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54.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55.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56.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57.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8*f*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58.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8*a*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59.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LAYOUTZORDER" val="2"/>
  <p:tag name="KSO_WM_UNIT_ID" val="_9*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60.xml><?xml version="1.0" encoding="utf-8"?>
<p:tagLst xmlns:a="http://schemas.openxmlformats.org/drawingml/2006/main" xmlns:r="http://schemas.openxmlformats.org/officeDocument/2006/relationships" xmlns:p="http://schemas.openxmlformats.org/presentationml/2006/main">
  <p:tag name="KSO_WM_UNIT_TYPE" val="i"/>
  <p:tag name="KSO_WM_UNIT_INDEX" val="7"/>
  <p:tag name="KSO_WM_BEAUTIFY_FLAG" val="#wm#"/>
  <p:tag name="KSO_WM_TAG_VERSION" val="3.0"/>
  <p:tag name="LAYOUTZORDER" val="3"/>
  <p:tag name="KSO_WM_UNIT_ID" val="_9*i*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61.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LAYOUTZORDER" val="4"/>
  <p:tag name="KSO_WM_UNIT_ID" val="_9*i*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62.xml><?xml version="1.0" encoding="utf-8"?>
<p:tagLst xmlns:a="http://schemas.openxmlformats.org/drawingml/2006/main" xmlns:r="http://schemas.openxmlformats.org/officeDocument/2006/relationships" xmlns:p="http://schemas.openxmlformats.org/presentationml/2006/main">
  <p:tag name="KSO_WM_UNIT_TYPE" val="i"/>
  <p:tag name="KSO_WM_UNIT_INDEX" val="6"/>
  <p:tag name="KSO_WM_BEAUTIFY_FLAG" val="#wm#"/>
  <p:tag name="KSO_WM_TAG_VERSION" val="3.0"/>
  <p:tag name="LAYOUTZORDER" val="5"/>
  <p:tag name="KSO_WM_UNIT_ID" val="_9*i*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63.xml><?xml version="1.0" encoding="utf-8"?>
<p:tagLst xmlns:a="http://schemas.openxmlformats.org/drawingml/2006/main" xmlns:r="http://schemas.openxmlformats.org/officeDocument/2006/relationships" xmlns:p="http://schemas.openxmlformats.org/presentationml/2006/main">
  <p:tag name="KSO_WM_UNIT_TYPE" val="i"/>
  <p:tag name="KSO_WM_UNIT_INDEX" val="8"/>
  <p:tag name="KSO_WM_BEAUTIFY_FLAG" val="#wm#"/>
  <p:tag name="KSO_WM_TAG_VERSION" val="3.0"/>
  <p:tag name="LAYOUTZORDER" val="6"/>
  <p:tag name="KSO_WM_UNIT_ID" val="_9*i*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64.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LAYOUTZORDER" val="11"/>
  <p:tag name="KSO_WM_UNIT_ID" val="_9*i*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65.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LAYOUTZORDER" val="12"/>
  <p:tag name="KSO_WM_UNIT_ID" val="_9*i*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66.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LAYOUTZORDER" val="13"/>
  <p:tag name="KSO_WM_UNIT_ID" val="_9*i*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67.xml><?xml version="1.0" encoding="utf-8"?>
<p:tagLst xmlns:a="http://schemas.openxmlformats.org/drawingml/2006/main" xmlns:r="http://schemas.openxmlformats.org/officeDocument/2006/relationships" xmlns:p="http://schemas.openxmlformats.org/presentationml/2006/main">
  <p:tag name="KSO_WM_UNIT_TYPE" val="i"/>
  <p:tag name="KSO_WM_UNIT_INDEX" val="9"/>
  <p:tag name="KSO_WM_BEAUTIFY_FLAG" val="#wm#"/>
  <p:tag name="KSO_WM_TAG_VERSION" val="3.0"/>
  <p:tag name="LAYOUTZORDER" val="14"/>
  <p:tag name="KSO_WM_UNIT_ID" val="_9*i*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68.xml><?xml version="1.0" encoding="utf-8"?>
<p:tagLst xmlns:a="http://schemas.openxmlformats.org/drawingml/2006/main" xmlns:r="http://schemas.openxmlformats.org/officeDocument/2006/relationships" xmlns:p="http://schemas.openxmlformats.org/presentationml/2006/main">
  <p:tag name="LAYOUTZORDER" val="15"/>
  <p:tag name="KSO_WM_UNIT_TYPE" val="i"/>
  <p:tag name="KSO_WM_UNIT_ID" val="_9*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69.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370.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371.xml><?xml version="1.0" encoding="utf-8"?>
<p:tagLst xmlns:a="http://schemas.openxmlformats.org/drawingml/2006/main" xmlns:r="http://schemas.openxmlformats.org/officeDocument/2006/relationships" xmlns:p="http://schemas.openxmlformats.org/presentationml/2006/main">
  <p:tag name="KSO_WM_UNIT_TYPE" val="f"/>
  <p:tag name="KSO_WM_BEAUTIFY_FLAG" val="#wm#"/>
  <p:tag name="KSO_WM_FIGMA_FLAG" val="#fgm#"/>
  <p:tag name="KSO_WM_UNIT_INDEX" val="1"/>
  <p:tag name="KSO_WM_UNIT_SUBTYPE" val="c"/>
  <p:tag name="KSO_WM_UNIT_TEXT_TYPE" val="1"/>
  <p:tag name="KSO_WM_UNIT_ID" val="_9*f*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372.xml><?xml version="1.0" encoding="utf-8"?>
<p:tagLst xmlns:a="http://schemas.openxmlformats.org/drawingml/2006/main" xmlns:r="http://schemas.openxmlformats.org/officeDocument/2006/relationships" xmlns:p="http://schemas.openxmlformats.org/presentationml/2006/main">
  <p:tag name="KSO_WM_UNIT_TYPE" val="a"/>
  <p:tag name="KSO_WM_BEAUTIFY_FLAG" val="#wm#"/>
  <p:tag name="KSO_WM_FIGMA_FLAG" val="#fgm#"/>
  <p:tag name="KSO_WM_UNIT_INDEX" val="1"/>
  <p:tag name="KSO_WM_UNIT_TEXT_TYPE" val="1"/>
  <p:tag name="KSO_WM_LAYOUT_CHECK_HASH" val="c00f6a6cbe7dfe89652358756325dfd6265188be"/>
  <p:tag name="KSO_WM_NEWLAYOUT_ID" val="5"/>
  <p:tag name="KSO_WM_UNIT_ID" val="_9*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373.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2"/>
  <p:tag name="KSO_WM_UNIT_SUBTYPE" val="b"/>
  <p:tag name="KSO_WM_UNIT_TEXT_TYPE" val="1"/>
  <p:tag name="KSO_WM_UNIT_TYPE" val="f"/>
  <p:tag name="KSO_WM_UNIT_ID" val="_9*f*2"/>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374.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375.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376.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377.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378.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379.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380.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3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 name="KSO_WM_UNIT_ISNUMDGMTITLE" val="0"/>
  <p:tag name="KSO_WM_UNIT_NOCLEAR" val="0"/>
  <p:tag name="KSO_WM_TEMPLATE_INDEX" val="40485812"/>
  <p:tag name="KSO_WM_TEMPLATE_CATEGORY" val="custom"/>
</p:tagLst>
</file>

<file path=ppt/tags/tag3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 name="KSO_WM_UNIT_ISNUMDGMTITLE" val="0"/>
  <p:tag name="KSO_WM_UNIT_NOCLEAR" val="0"/>
  <p:tag name="KSO_WM_TEMPLATE_INDEX" val="40485812"/>
  <p:tag name="KSO_WM_TEMPLATE_CATEGORY" val="custom"/>
</p:tagLst>
</file>

<file path=ppt/tags/tag3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 name="KSO_WM_UNIT_ISNUMDGMTITLE" val="0"/>
  <p:tag name="KSO_WM_UNIT_NOCLEAR" val="0"/>
  <p:tag name="KSO_WM_TEMPLATE_INDEX" val="40485812"/>
  <p:tag name="KSO_WM_TEMPLATE_CATEGORY" val="custom"/>
</p:tagLst>
</file>

<file path=ppt/tags/tag384.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3aa9e76ff2e8893e159ca3c42851a20d564caf2c"/>
  <p:tag name="KSO_WM_NEWLAYOUT_ID" val="11"/>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385.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1"/>
  <p:tag name="KSO_WM_UNIT_TYPE" val="e"/>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386.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LAYOUTZORDER" val="2"/>
  <p:tag name="KSO_WM_UNIT_ID" val="_11*i*1"/>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87.xml><?xml version="1.0" encoding="utf-8"?>
<p:tagLst xmlns:a="http://schemas.openxmlformats.org/drawingml/2006/main" xmlns:r="http://schemas.openxmlformats.org/officeDocument/2006/relationships" xmlns:p="http://schemas.openxmlformats.org/presentationml/2006/main">
  <p:tag name="KSO_WM_UNIT_TYPE" val="i"/>
  <p:tag name="KSO_WM_UNIT_INDEX" val="7"/>
  <p:tag name="KSO_WM_BEAUTIFY_FLAG" val="#wm#"/>
  <p:tag name="KSO_WM_TAG_VERSION" val="3.0"/>
  <p:tag name="LAYOUTZORDER" val="3"/>
  <p:tag name="KSO_WM_UNIT_ID" val="_11*i*7"/>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88.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LAYOUTZORDER" val="4"/>
  <p:tag name="KSO_WM_UNIT_ID" val="_11*i*2"/>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89.xml><?xml version="1.0" encoding="utf-8"?>
<p:tagLst xmlns:a="http://schemas.openxmlformats.org/drawingml/2006/main" xmlns:r="http://schemas.openxmlformats.org/officeDocument/2006/relationships" xmlns:p="http://schemas.openxmlformats.org/presentationml/2006/main">
  <p:tag name="KSO_WM_UNIT_TYPE" val="i"/>
  <p:tag name="KSO_WM_UNIT_INDEX" val="6"/>
  <p:tag name="KSO_WM_BEAUTIFY_FLAG" val="#wm#"/>
  <p:tag name="KSO_WM_TAG_VERSION" val="3.0"/>
  <p:tag name="LAYOUTZORDER" val="5"/>
  <p:tag name="KSO_WM_UNIT_ID" val="_11*i*6"/>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90.xml><?xml version="1.0" encoding="utf-8"?>
<p:tagLst xmlns:a="http://schemas.openxmlformats.org/drawingml/2006/main" xmlns:r="http://schemas.openxmlformats.org/officeDocument/2006/relationships" xmlns:p="http://schemas.openxmlformats.org/presentationml/2006/main">
  <p:tag name="KSO_WM_UNIT_TYPE" val="i"/>
  <p:tag name="KSO_WM_UNIT_INDEX" val="8"/>
  <p:tag name="KSO_WM_BEAUTIFY_FLAG" val="#wm#"/>
  <p:tag name="KSO_WM_TAG_VERSION" val="3.0"/>
  <p:tag name="LAYOUTZORDER" val="6"/>
  <p:tag name="KSO_WM_UNIT_ID" val="_11*i*8"/>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91.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LAYOUTZORDER" val="11"/>
  <p:tag name="KSO_WM_UNIT_ID" val="_11*i*3"/>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92.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LAYOUTZORDER" val="12"/>
  <p:tag name="KSO_WM_UNIT_ID" val="_11*i*5"/>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93.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LAYOUTZORDER" val="13"/>
  <p:tag name="KSO_WM_UNIT_ID" val="_11*i*4"/>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94.xml><?xml version="1.0" encoding="utf-8"?>
<p:tagLst xmlns:a="http://schemas.openxmlformats.org/drawingml/2006/main" xmlns:r="http://schemas.openxmlformats.org/officeDocument/2006/relationships" xmlns:p="http://schemas.openxmlformats.org/presentationml/2006/main">
  <p:tag name="KSO_WM_UNIT_TYPE" val="i"/>
  <p:tag name="KSO_WM_UNIT_INDEX" val="9"/>
  <p:tag name="KSO_WM_BEAUTIFY_FLAG" val="#wm#"/>
  <p:tag name="KSO_WM_TAG_VERSION" val="3.0"/>
  <p:tag name="LAYOUTZORDER" val="14"/>
  <p:tag name="KSO_WM_UNIT_ID" val="_11*i*9"/>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95.xml><?xml version="1.0" encoding="utf-8"?>
<p:tagLst xmlns:a="http://schemas.openxmlformats.org/drawingml/2006/main" xmlns:r="http://schemas.openxmlformats.org/officeDocument/2006/relationships" xmlns:p="http://schemas.openxmlformats.org/presentationml/2006/main">
  <p:tag name="LAYOUTZORDER" val="15"/>
  <p:tag name="KSO_WM_UNIT_TYPE" val="i"/>
  <p:tag name="KSO_WM_UNIT_ID" val="_11*i*"/>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3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NOCLEAR" val="0"/>
  <p:tag name="KSO_WM_UNIT_ISNUMDGMTITLE" val="0"/>
  <p:tag name="KSO_WM_TEMPLATE_INDEX" val="40485812"/>
  <p:tag name="KSO_WM_TEMPLATE_CATEGORY" val="custom"/>
</p:tagLst>
</file>

<file path=ppt/tags/tag3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ISNUMDGMTITLE" val="0"/>
  <p:tag name="KSO_WM_UNIT_NOCLEAR" val="0"/>
  <p:tag name="KSO_WM_TEMPLATE_INDEX" val="40485812"/>
  <p:tag name="KSO_WM_TEMPLATE_CATEGORY" val="custom"/>
</p:tagLst>
</file>

<file path=ppt/tags/tag3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ISNUMDGMTITLE" val="0"/>
  <p:tag name="KSO_WM_UNIT_NOCLEAR" val="0"/>
  <p:tag name="KSO_WM_TEMPLATE_INDEX" val="40485812"/>
  <p:tag name="KSO_WM_TEMPLATE_CATEGORY" val="custom"/>
</p:tagLst>
</file>

<file path=ppt/tags/tag399.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EXT_TYPE" val="1"/>
  <p:tag name="KSO_WM_UNIT_TYPE" val="b"/>
  <p:tag name="KSO_WM_UNIT_ID" val="_11*b*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400.xml><?xml version="1.0" encoding="utf-8"?>
<p:tagLst xmlns:a="http://schemas.openxmlformats.org/drawingml/2006/main" xmlns:r="http://schemas.openxmlformats.org/officeDocument/2006/relationships" xmlns:p="http://schemas.openxmlformats.org/presentationml/2006/main">
  <p:tag name="KSO_WM_UNIT_TYPE" val="a"/>
  <p:tag name="KSO_WM_BEAUTIFY_FLAG" val="#wm#"/>
  <p:tag name="KSO_WM_FIGMA_FLAG" val="#fgm#"/>
  <p:tag name="KSO_WM_UNIT_INDEX" val="1"/>
  <p:tag name="KSO_WM_UNIT_TEXT_TYPE" val="1"/>
  <p:tag name="KSO_WM_LAYOUT_CHECK_HASH" val="301a4feec12e46015910664bc4592b65e1510523"/>
  <p:tag name="KSO_WM_NEWLAYOUT_ID" val="17"/>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401.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402.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403.xml><?xml version="1.0" encoding="utf-8"?>
<p:tagLst xmlns:a="http://schemas.openxmlformats.org/drawingml/2006/main" xmlns:r="http://schemas.openxmlformats.org/officeDocument/2006/relationships" xmlns:p="http://schemas.openxmlformats.org/presentationml/2006/main">
  <p:tag name="KSO_WM_UNIT_ID" val="_1**"/>
  <p:tag name="KSO_WM_BEAUTIFY_FLAG" val="#wm#"/>
  <p:tag name="KSO_WM_TAG_VERSION" val="3.0"/>
  <p:tag name="KSO_WM_UNIT_LAYERLEVEL" val="1"/>
  <p:tag name="KSO_WM_TEMPLATE_CATEGORY" val="custom"/>
  <p:tag name="KSO_WM_TEMPLATE_USER_THEME" val="1"/>
  <p:tag name="KSO_WM_UNIT_ISNUMDGMTITLE" val="0"/>
  <p:tag name="KSO_WM_UNIT_NOCLEAR" val="0"/>
  <p:tag name="KSO_WM_UNIT_HIGHLIGHT" val="0"/>
  <p:tag name="KSO_WM_UNIT_COMPATIBLE" val="0"/>
  <p:tag name="KSO_WM_UNIT_DIAGRAM_ISNUMVISUAL" val="0"/>
  <p:tag name="KSO_WM_UNIT_DIAGRAM_ISREFERUNIT" val="0"/>
  <p:tag name="KSO_WM_TEMPLATE_INDEX" val="40485812"/>
</p:tagLst>
</file>

<file path=ppt/tags/tag40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b"/>
</p:tagLst>
</file>

<file path=ppt/tags/tag40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a"/>
  <p:tag name="KSO_WM_LAYOUT_CHECK_HASH" val="a7e3e7b9933ab2a43d69ef9aa14dadf05bace0d1"/>
  <p:tag name="KSO_WM_NEWLAYOUT_ID" val="1"/>
</p:tagLst>
</file>

<file path=ppt/tags/tag40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407.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UNIT_INDEX" val="1_1_2"/>
  <p:tag name="KSO_WM_UNIT_TYPE" val="l_h_i"/>
</p:tagLst>
</file>

<file path=ppt/tags/tag40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Lst>
</file>

<file path=ppt/tags/tag40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410.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UNIT_INDEX" val="1_2_2"/>
  <p:tag name="KSO_WM_UNIT_TYPE" val="l_h_i"/>
</p:tagLst>
</file>

<file path=ppt/tags/tag41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Lst>
</file>

<file path=ppt/tags/tag41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413.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UNIT_INDEX" val="1_3_2"/>
  <p:tag name="KSO_WM_UNIT_TYPE" val="l_h_i"/>
</p:tagLst>
</file>

<file path=ppt/tags/tag41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Lst>
</file>

<file path=ppt/tags/tag41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416.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UNIT_INDEX" val="1_4_2"/>
  <p:tag name="KSO_WM_UNIT_TYPE" val="l_h_i"/>
</p:tagLst>
</file>

<file path=ppt/tags/tag41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Lst>
</file>

<file path=ppt/tags/tag418.xml><?xml version="1.0" encoding="utf-8"?>
<p:tagLst xmlns:a="http://schemas.openxmlformats.org/drawingml/2006/main" xmlns:r="http://schemas.openxmlformats.org/officeDocument/2006/relationships" xmlns:p="http://schemas.openxmlformats.org/presentationml/2006/main">
  <p:tag name="KSO_WM_SLIDE_CONTENT_ORIENTATION" val="center"/>
  <p:tag name="KSO_WM_SLIDE_HAS_MASK" val="0"/>
  <p:tag name="KSO_WM_SLIDE_ITEM_CNT" val="0"/>
  <p:tag name="KSO_WM_SLIDE_TYPE" val="title"/>
  <p:tag name="KSO_WM_TEMPLATE_SUBCATEGORY" val="29"/>
  <p:tag name="KSO_WM_BEAUTIFY_FLAG" val="#wm#"/>
  <p:tag name="KSO_WM_TEMPLATE_SLIDE_ID" val="slide_7d1b418b74e2b859"/>
  <p:tag name="KSO_WM_TEMPLATE_THUMBS_INDEX" val="1、9"/>
  <p:tag name="KSO_WM_TEMPLATE_INDEX" val="40485812"/>
  <p:tag name="KSO_WM_TEMPLATE_CATEGORY" val="custom"/>
  <p:tag name="KSO_WM_SLIDE_INDEX" val="1"/>
  <p:tag name="KSO_WM_SLIDE_ID" val="custom40485812_1"/>
  <p:tag name="KSO_WM_TEMPLATE_MASTER_TYPE" val="0"/>
  <p:tag name="KSO_WM_SLIDE_LAYOUT" val="a_f"/>
  <p:tag name="KSO_WM_SLIDE_LAYOUT_CNT" val="1_2"/>
  <p:tag name="KSO_WM_TAG_VERSION" val="3.0"/>
</p:tagLst>
</file>

<file path=ppt/tags/tag419.xml><?xml version="1.0" encoding="utf-8"?>
<p:tagLst xmlns:a="http://schemas.openxmlformats.org/drawingml/2006/main" xmlns:r="http://schemas.openxmlformats.org/officeDocument/2006/relationships" xmlns:p="http://schemas.openxmlformats.org/presentationml/2006/main">
  <p:tag name="KSO_WM_UNIT_TYPE" val="a"/>
  <p:tag name="KSO_WM_BEAUTIFY_FLAG" val="#wm#"/>
  <p:tag name="KSO_WM_FIGMA_FLAG" val="#fgm#"/>
  <p:tag name="KSO_WM_UNIT_INDEX" val="1"/>
  <p:tag name="KSO_WM_UNIT_TEXT_TYPE" val="1"/>
  <p:tag name="KSO_WM_LAYOUT_CHECK_HASH" val="c00f6a6cbe7dfe89652358756325dfd6265188be"/>
  <p:tag name="KSO_WM_NEWLAYOUT_ID" val="5"/>
  <p:tag name="KSO_WM_UNIT_PRESET_TEXT" val="单击此处添加文档标题"/>
  <p:tag name="KSO_WM_UNIT_ID" val="_9*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420.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2"/>
  <p:tag name="KSO_WM_UNIT_SUBTYPE" val="b"/>
  <p:tag name="KSO_WM_UNIT_TEXT_TYPE" val="1"/>
  <p:tag name="KSO_WM_UNIT_TYPE" val="f"/>
  <p:tag name="KSO_WM_UNIT_PRESET_TEXT" val="BY WPS"/>
  <p:tag name="KSO_WM_UNIT_ID" val="_9*f*2"/>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421.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4"/>
  <p:tag name="KSO_WM_SLIDE_TYPE" val="contents"/>
  <p:tag name="KSO_WM_TEMPLATE_SUBCATEGORY" val="29"/>
  <p:tag name="KSO_WM_BEAUTIFY_FLAG" val="#wm#"/>
  <p:tag name="KSO_WM_TEMPLATE_FIGMA_ID" val="69796638351"/>
  <p:tag name="KSO_WM_TEMPLATE_SLIDE_ID" val="slide_61223ae7a7f7aefc"/>
</p:tagLst>
</file>

<file path=ppt/tags/tag422.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b"/>
</p:tagLst>
</file>

<file path=ppt/tags/tag423.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EXT_TYPE" val="1"/>
  <p:tag name="KSO_WM_UNIT_TYPE" val="a"/>
  <p:tag name="KSO_WM_LAYOUT_CHECK_HASH" val="66cf9bfeac5e5b7006a6ed97b1e38fec451ff38f"/>
  <p:tag name="KSO_WM_NEWLAYOUT_GROUP_ID" val="layout_1-5"/>
  <p:tag name="KSO_WM_NEWLAYOUT_ID" val="slide_61223ae7a7f7aefc"/>
</p:tagLst>
</file>

<file path=ppt/tags/tag42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SUBTYPE" val="d"/>
  <p:tag name="KSO_WM_UNIT_TYPE" val="l_h_i"/>
  <p:tag name="KSO_WM_UNIT_PRESET_TEXT" val="01"/>
  <p:tag name="KSO_WM_SLIDE_FIGMA_DIAGRAM" val="1"/>
</p:tagLst>
</file>

<file path=ppt/tags/tag425.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1_2"/>
  <p:tag name="KSO_WM_UNIT_TYPE" val="l_h_i"/>
  <p:tag name="KSO_WM_UNIT_PRESET_TEXT" val=" "/>
  <p:tag name="KSO_WM_SLIDE_FIGMA_DIAGRAM" val="1"/>
</p:tagLst>
</file>

<file path=ppt/tags/tag42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 name="KSO_WM_SLIDE_FIGMA_DIAGRAM" val="1"/>
</p:tagLst>
</file>

<file path=ppt/tags/tag42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SUBTYPE" val="d"/>
  <p:tag name="KSO_WM_UNIT_TYPE" val="l_h_i"/>
  <p:tag name="KSO_WM_UNIT_PRESET_TEXT" val="02"/>
  <p:tag name="KSO_WM_SLIDE_FIGMA_DIAGRAM" val="1"/>
</p:tagLst>
</file>

<file path=ppt/tags/tag428.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2_2"/>
  <p:tag name="KSO_WM_UNIT_TYPE" val="l_h_i"/>
  <p:tag name="KSO_WM_UNIT_PRESET_TEXT" val=" "/>
  <p:tag name="KSO_WM_SLIDE_FIGMA_DIAGRAM" val="1"/>
</p:tagLst>
</file>

<file path=ppt/tags/tag42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 name="KSO_WM_SLIDE_FIGMA_DIAGRAM" val="1"/>
</p:tagLst>
</file>

<file path=ppt/tags/tag43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SUBTYPE" val="d"/>
  <p:tag name="KSO_WM_UNIT_TYPE" val="l_h_i"/>
  <p:tag name="KSO_WM_UNIT_PRESET_TEXT" val="03"/>
  <p:tag name="KSO_WM_SLIDE_FIGMA_DIAGRAM" val="1"/>
</p:tagLst>
</file>

<file path=ppt/tags/tag431.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 name="KSO_WM_UNIT_PRESET_TEXT" val=" "/>
  <p:tag name="KSO_WM_SLIDE_FIGMA_DIAGRAM" val="1"/>
</p:tagLst>
</file>

<file path=ppt/tags/tag43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 name="KSO_WM_SLIDE_FIGMA_DIAGRAM" val="1"/>
</p:tagLst>
</file>

<file path=ppt/tags/tag43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SUBTYPE" val="d"/>
  <p:tag name="KSO_WM_UNIT_TYPE" val="l_h_i"/>
  <p:tag name="KSO_WM_UNIT_PRESET_TEXT" val="04"/>
  <p:tag name="KSO_WM_SLIDE_FIGMA_DIAGRAM" val="1"/>
</p:tagLst>
</file>

<file path=ppt/tags/tag434.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4_2"/>
  <p:tag name="KSO_WM_UNIT_TYPE" val="l_h_i"/>
  <p:tag name="KSO_WM_UNIT_PRESET_TEXT" val=" "/>
  <p:tag name="KSO_WM_SLIDE_FIGMA_DIAGRAM" val="1"/>
</p:tagLst>
</file>

<file path=ppt/tags/tag43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 name="KSO_WM_UNIT_PRESET_TEXT" val="单击此处添加项标题"/>
  <p:tag name="KSO_WM_SLIDE_FIGMA_DIAGRAM" val="1"/>
</p:tagLst>
</file>

<file path=ppt/tags/tag43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SUBTYPE" val="d"/>
  <p:tag name="KSO_WM_UNIT_TYPE" val="l_h_i"/>
  <p:tag name="KSO_WM_UNIT_PRESET_TEXT" val="01"/>
  <p:tag name="KSO_WM_SLIDE_FIGMA_DIAGRAM" val="1"/>
</p:tagLst>
</file>

<file path=ppt/tags/tag437.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1_2"/>
  <p:tag name="KSO_WM_UNIT_TYPE" val="l_h_i"/>
  <p:tag name="KSO_WM_UNIT_PRESET_TEXT" val=" "/>
  <p:tag name="KSO_WM_SLIDE_FIGMA_DIAGRAM" val="1"/>
</p:tagLst>
</file>

<file path=ppt/tags/tag43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 name="KSO_WM_SLIDE_FIGMA_DIAGRAM" val="1"/>
</p:tagLst>
</file>

<file path=ppt/tags/tag43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SUBTYPE" val="d"/>
  <p:tag name="KSO_WM_UNIT_TYPE" val="l_h_i"/>
  <p:tag name="KSO_WM_UNIT_PRESET_TEXT" val="02"/>
  <p:tag name="KSO_WM_SLIDE_FIGMA_DIAGRAM" val="1"/>
</p:tagLst>
</file>

<file path=ppt/tags/tag440.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2_2"/>
  <p:tag name="KSO_WM_UNIT_TYPE" val="l_h_i"/>
  <p:tag name="KSO_WM_UNIT_PRESET_TEXT" val=" "/>
  <p:tag name="KSO_WM_SLIDE_FIGMA_DIAGRAM" val="1"/>
</p:tagLst>
</file>

<file path=ppt/tags/tag44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 name="KSO_WM_SLIDE_FIGMA_DIAGRAM" val="1"/>
</p:tagLst>
</file>

<file path=ppt/tags/tag44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SUBTYPE" val="d"/>
  <p:tag name="KSO_WM_UNIT_TYPE" val="l_h_i"/>
  <p:tag name="KSO_WM_UNIT_PRESET_TEXT" val="03"/>
  <p:tag name="KSO_WM_SLIDE_FIGMA_DIAGRAM" val="1"/>
</p:tagLst>
</file>

<file path=ppt/tags/tag443.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 name="KSO_WM_UNIT_PRESET_TEXT" val=" "/>
  <p:tag name="KSO_WM_SLIDE_FIGMA_DIAGRAM" val="1"/>
</p:tagLst>
</file>

<file path=ppt/tags/tag44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 name="KSO_WM_SLIDE_FIGMA_DIAGRAM" val="1"/>
</p:tagLst>
</file>

<file path=ppt/tags/tag445.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 name="KSO_WM_UNIT_PRESET_TEXT" val=" "/>
  <p:tag name="KSO_WM_SLIDE_FIGMA_DIAGRAM" val="1"/>
</p:tagLst>
</file>

<file path=ppt/tags/tag446.xml><?xml version="1.0" encoding="utf-8"?>
<p:tagLst xmlns:a="http://schemas.openxmlformats.org/drawingml/2006/main" xmlns:r="http://schemas.openxmlformats.org/officeDocument/2006/relationships"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 name="KSO_WM_UNIT_PRESET_TEXT" val=" "/>
  <p:tag name="KSO_WM_SLIDE_FIGMA_DIAGRAM" val="1"/>
</p:tagLst>
</file>

<file path=ppt/tags/tag447.xml><?xml version="1.0" encoding="utf-8"?>
<p:tagLst xmlns:a="http://schemas.openxmlformats.org/drawingml/2006/main" xmlns:r="http://schemas.openxmlformats.org/officeDocument/2006/relationships"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EMPLATE_INDEX" val="40485812"/>
  <p:tag name="KSO_WM_TEMPLATE_CATEGORY" val="custom"/>
  <p:tag name="KSO_WM_SLIDE_INDEX" val="3"/>
  <p:tag name="KSO_WM_SLIDE_ID" val="custom40485812_7"/>
  <p:tag name="KSO_WM_TEMPLATE_MASTER_TYPE" val="0"/>
  <p:tag name="KSO_WM_SLIDE_LAYOUT" val="a_e"/>
  <p:tag name="KSO_WM_SLIDE_LAYOUT_CNT" val="1_1"/>
  <p:tag name="KSO_WM_TAG_VERSION" val="3.0"/>
</p:tagLst>
</file>

<file path=ppt/tags/tag448.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3aa9e76ff2e8893e159ca3c42851a20d564caf2c"/>
  <p:tag name="KSO_WM_NEWLAYOUT_ID" val="11"/>
  <p:tag name="KSO_WM_UNIT_PRESET_TEXT" val="单击此处添加章节标题"/>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449.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1"/>
  <p:tag name="KSO_WM_UNIT_TYPE" val="e"/>
  <p:tag name="KSO_WM_UNIT_PRESET_TEXT" val="01"/>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450.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38351"/>
  <p:tag name="KSO_WM_TEMPLATE_SLIDE_ID" val="slide_a7e39da085e081a1"/>
</p:tagLst>
</file>

<file path=ppt/tags/tag451.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4247355f0c26de3753c2d1c2d7184cc1edb1dae3"/>
  <p:tag name="KSO_WM_NEWLAYOUT_GROUP_ID" val="layout_51"/>
  <p:tag name="KSO_WM_NEWLAYOUT_ID" val="slide_a7e39da085e081a1"/>
  <p:tag name="KSO_WM_UNIT_PRESET_TEXT" val="单击此处添加标题"/>
</p:tagLst>
</file>

<file path=ppt/tags/tag45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5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5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5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5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45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458.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38351"/>
  <p:tag name="KSO_WM_TEMPLATE_SLIDE_ID" val="slide_4acdb5d565d7a68b"/>
</p:tagLst>
</file>

<file path=ppt/tags/tag459.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78addf1a1a900a4a7cb49a2dd4f2183d6fc88956"/>
  <p:tag name="KSO_WM_NEWLAYOUT_GROUP_ID" val="layout_34"/>
  <p:tag name="KSO_WM_NEWLAYOUT_ID" val="slide_4acdb5d565d7a68b"/>
  <p:tag name="KSO_WM_UNIT_PRESET_TEXT" val="单击此处添加标题"/>
</p:tagLst>
</file>

<file path=ppt/tags/tag46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6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6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6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6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46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466.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38351"/>
  <p:tag name="KSO_WM_TEMPLATE_SLIDE_ID" val="slide_4acdb5d565d7a68b"/>
</p:tagLst>
</file>

<file path=ppt/tags/tag46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78addf1a1a900a4a7cb49a2dd4f2183d6fc88956"/>
  <p:tag name="KSO_WM_NEWLAYOUT_GROUP_ID" val="layout_34"/>
  <p:tag name="KSO_WM_NEWLAYOUT_ID" val="slide_4acdb5d565d7a68b"/>
  <p:tag name="KSO_WM_UNIT_PRESET_TEXT" val="单击此处添加标题"/>
</p:tagLst>
</file>

<file path=ppt/tags/tag46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6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7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7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7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47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474.xml><?xml version="1.0" encoding="utf-8"?>
<p:tagLst xmlns:a="http://schemas.openxmlformats.org/drawingml/2006/main" xmlns:r="http://schemas.openxmlformats.org/officeDocument/2006/relationships"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EMPLATE_INDEX" val="40485812"/>
  <p:tag name="KSO_WM_TEMPLATE_CATEGORY" val="custom"/>
  <p:tag name="KSO_WM_SLIDE_INDEX" val="3"/>
  <p:tag name="KSO_WM_SLIDE_ID" val="custom40485812_7"/>
  <p:tag name="KSO_WM_TEMPLATE_MASTER_TYPE" val="0"/>
  <p:tag name="KSO_WM_SLIDE_LAYOUT" val="a_e"/>
  <p:tag name="KSO_WM_SLIDE_LAYOUT_CNT" val="1_1"/>
  <p:tag name="KSO_WM_TAG_VERSION" val="3.0"/>
</p:tagLst>
</file>

<file path=ppt/tags/tag475.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3aa9e76ff2e8893e159ca3c42851a20d564caf2c"/>
  <p:tag name="KSO_WM_NEWLAYOUT_ID" val="11"/>
  <p:tag name="KSO_WM_UNIT_PRESET_TEXT" val="单击此处添加章节标题"/>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476.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1"/>
  <p:tag name="KSO_WM_UNIT_TYPE" val="e"/>
  <p:tag name="KSO_WM_UNIT_PRESET_TEXT" val="01"/>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477.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69796638351"/>
  <p:tag name="KSO_WM_TEMPLATE_SLIDE_ID" val="slide_5de812628256de36"/>
</p:tagLst>
</file>

<file path=ppt/tags/tag47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1f160daae49702b1a638c91d971dacfaafcbdbd2"/>
  <p:tag name="KSO_WM_NEWLAYOUT_GROUP_ID" val="layout_31"/>
  <p:tag name="KSO_WM_NEWLAYOUT_ID" val="slide_5de812628256de36"/>
  <p:tag name="KSO_WM_UNIT_PRESET_TEXT" val="单击此处添加标题"/>
</p:tagLst>
</file>

<file path=ppt/tags/tag479.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48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8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82.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 name="KSO_WM_UNIT_PRESET_TEXT" val=" "/>
</p:tagLst>
</file>

<file path=ppt/tags/tag48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8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85.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 name="KSO_WM_UNIT_PRESET_TEXT" val=" "/>
</p:tagLst>
</file>

<file path=ppt/tags/tag48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48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488.xml><?xml version="1.0" encoding="utf-8"?>
<p:tagLst xmlns:a="http://schemas.openxmlformats.org/drawingml/2006/main" xmlns:r="http://schemas.openxmlformats.org/officeDocument/2006/relationships"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EMPLATE_INDEX" val="40485812"/>
  <p:tag name="KSO_WM_TEMPLATE_CATEGORY" val="custom"/>
  <p:tag name="KSO_WM_SLIDE_INDEX" val="3"/>
  <p:tag name="KSO_WM_SLIDE_ID" val="custom40485812_7"/>
  <p:tag name="KSO_WM_TEMPLATE_MASTER_TYPE" val="0"/>
  <p:tag name="KSO_WM_SLIDE_LAYOUT" val="a_e"/>
  <p:tag name="KSO_WM_SLIDE_LAYOUT_CNT" val="1_1"/>
  <p:tag name="KSO_WM_TAG_VERSION" val="3.0"/>
</p:tagLst>
</file>

<file path=ppt/tags/tag489.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3aa9e76ff2e8893e159ca3c42851a20d564caf2c"/>
  <p:tag name="KSO_WM_NEWLAYOUT_ID" val="11"/>
  <p:tag name="KSO_WM_UNIT_PRESET_TEXT" val="单击此处添加章节标题"/>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490.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1"/>
  <p:tag name="KSO_WM_UNIT_TYPE" val="e"/>
  <p:tag name="KSO_WM_UNIT_PRESET_TEXT" val="01"/>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491.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38351"/>
  <p:tag name="KSO_WM_TEMPLATE_SLIDE_ID" val="slide_dbd12360534da726"/>
</p:tagLst>
</file>

<file path=ppt/tags/tag492.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a7f2bf8959cb11f64b2c9910393fefb85a6674e8"/>
  <p:tag name="KSO_WM_NEWLAYOUT_GROUP_ID" val="layout_2"/>
  <p:tag name="KSO_WM_NEWLAYOUT_ID" val="slide_dbd12360534da726"/>
  <p:tag name="KSO_WM_UNIT_PRESET_TEXT" val="单击此处添加标题"/>
</p:tagLst>
</file>

<file path=ppt/tags/tag49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项标题"/>
</p:tagLst>
</file>

<file path=ppt/tags/tag49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49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项标题"/>
</p:tagLst>
</file>

<file path=ppt/tags/tag49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9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9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99.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50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50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502.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503.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504.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505.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69796638351"/>
  <p:tag name="KSO_WM_TEMPLATE_SLIDE_ID" val="slide_f2f0a703e5376311"/>
</p:tagLst>
</file>

<file path=ppt/tags/tag50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f4fc8d80598259bf12c1195c4b12db6a46fc90df"/>
  <p:tag name="KSO_WM_NEWLAYOUT_GROUP_ID" val="layout_26"/>
  <p:tag name="KSO_WM_NEWLAYOUT_ID" val="slide_f2f0a703e5376311"/>
  <p:tag name="KSO_WM_UNIT_PRESET_TEXT" val="单击此处添加标题"/>
</p:tagLst>
</file>

<file path=ppt/tags/tag507.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50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 name="MH_PIC_SOURCE_TYPE" val="generate_slide_ai*{&quot;id&quot;:&quot;http://zh-ai-group.ks3-cn-beijing-internal.ksyun.com/image_generate/image_process/production/202602/b9558d3c-0f1b-4820-a136-502e383fb9aa.jpg?Expires=1802861379\u0026AWSAccessKeyId=AKLT9NSy7kh8TIS1UzNqLRY2\u0026Signature=KVKhy2vkO4Hg2bzaIMaFgI%2BE8GI%3D&quot;,&quot;product_name&quot;:&quot;kdocs-wpp-wpsmac&quot;,&quot;intention_code&quot;:&quot;kdocs_wpp_generate_ppt_pay&quot;}*auto_qingqiu_3.0.6_prod*1771325372952_4b0050_e2c74c7e32db-slide-11"/>
</p:tagLst>
</file>

<file path=ppt/tags/tag50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51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511.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 name="KSO_WM_UNIT_PRESET_TEXT" val=" "/>
</p:tagLst>
</file>

<file path=ppt/tags/tag51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d"/>
  <p:tag name="MH_PIC_SOURCE_TYPE" val="generate_slide_ai*{&quot;id&quot;:&quot;http://zh-ai-group.ks3-cn-beijing-internal.ksyun.com/image_generate/image_process/production/202602/78e7ee34-17d7-4368-83a7-ad2d3b4a16fb.jpg?Expires=1802861379\u0026AWSAccessKeyId=AKLT9NSy7kh8TIS1UzNqLRY2\u0026Signature=aj9iTv6dfZX3C4VS3iIz1m83raI%3D&quot;,&quot;product_name&quot;:&quot;kdocs-wpp-wpsmac&quot;,&quot;intention_code&quot;:&quot;kdocs_wpp_generate_ppt_pay&quot;}*auto_qingqiu_3.0.6_prod*1771325372952_4b0050_e2c74c7e32db-slide-11"/>
</p:tagLst>
</file>

<file path=ppt/tags/tag51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51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515.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 name="KSO_WM_UNIT_PRESET_TEXT" val=" "/>
</p:tagLst>
</file>

<file path=ppt/tags/tag51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d"/>
  <p:tag name="MH_PIC_SOURCE_TYPE" val="generate_slide_ai*{&quot;id&quot;:&quot;http://zh-ai-group.ks3-cn-beijing-internal.ksyun.com/image_generate/image_process/production/202602/35ffbf1d-0037-479b-a13d-58349282c3e4.jpg?Expires=1802861379\u0026AWSAccessKeyId=AKLT9NSy7kh8TIS1UzNqLRY2\u0026Signature=7jDunIo6oi7HpOpywUOBe2993aQ%3D&quot;,&quot;product_name&quot;:&quot;kdocs-wpp-wpsmac&quot;,&quot;intention_code&quot;:&quot;kdocs_wpp_generate_ppt_pay&quot;}*auto_qingqiu_3.0.6_prod*1771325372952_4b0050_e2c74c7e32db-slide-11"/>
</p:tagLst>
</file>

<file path=ppt/tags/tag51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51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519.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 name="KSO_WM_UNIT_PRESET_TEXT" val=" "/>
</p:tagLst>
</file>

<file path=ppt/tags/tag52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d"/>
  <p:tag name="MH_PIC_SOURCE_TYPE" val="generate_slide_ai*{&quot;id&quot;:&quot;http://zh-ai-group.ks3-cn-beijing-internal.ksyun.com/image_generate/image_process/production/202602/31ba5099-cdba-403c-9352-4fb1b8cb6dc3.jpg?Expires=1802861379\u0026AWSAccessKeyId=AKLT9NSy7kh8TIS1UzNqLRY2\u0026Signature=apSrndEuQu%2BKGn99R%2F7XF%2BxkqgI%3D&quot;,&quot;product_name&quot;:&quot;kdocs-wpp-wpsmac&quot;,&quot;intention_code&quot;:&quot;kdocs_wpp_generate_ppt_pay&quot;}*auto_qingqiu_3.0.6_prod*1771325372952_4b0050_e2c74c7e32db-slide-11"/>
</p:tagLst>
</file>

<file path=ppt/tags/tag52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 name="KSO_WM_UNIT_PRESET_TEXT" val="单击此处添加项标题"/>
</p:tagLst>
</file>

<file path=ppt/tags/tag52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 name="KSO_WM_UNIT_PRESET_TEXT" val="单击此处添加项正文"/>
</p:tagLst>
</file>

<file path=ppt/tags/tag523.xml><?xml version="1.0" encoding="utf-8"?>
<p:tagLst xmlns:a="http://schemas.openxmlformats.org/drawingml/2006/main" xmlns:r="http://schemas.openxmlformats.org/officeDocument/2006/relationships"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EMPLATE_INDEX" val="40485812"/>
  <p:tag name="KSO_WM_TEMPLATE_CATEGORY" val="custom"/>
  <p:tag name="KSO_WM_SLIDE_INDEX" val="3"/>
  <p:tag name="KSO_WM_SLIDE_ID" val="custom40485812_7"/>
  <p:tag name="KSO_WM_TEMPLATE_MASTER_TYPE" val="0"/>
  <p:tag name="KSO_WM_SLIDE_LAYOUT" val="a_e"/>
  <p:tag name="KSO_WM_SLIDE_LAYOUT_CNT" val="1_1"/>
  <p:tag name="KSO_WM_TAG_VERSION" val="3.0"/>
</p:tagLst>
</file>

<file path=ppt/tags/tag524.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3aa9e76ff2e8893e159ca3c42851a20d564caf2c"/>
  <p:tag name="KSO_WM_NEWLAYOUT_ID" val="11"/>
  <p:tag name="KSO_WM_UNIT_PRESET_TEXT" val="单击此处添加章节标题"/>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525.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1"/>
  <p:tag name="KSO_WM_UNIT_TYPE" val="e"/>
  <p:tag name="KSO_WM_UNIT_PRESET_TEXT" val="01"/>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526.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69796638351"/>
  <p:tag name="KSO_WM_TEMPLATE_SLIDE_ID" val="slide_f95b87826d1fb558"/>
</p:tagLst>
</file>

<file path=ppt/tags/tag527.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012757ac6af39f4e6ee86f88ea12696e630feb94"/>
  <p:tag name="KSO_WM_NEWLAYOUT_GROUP_ID" val="layout_32"/>
  <p:tag name="KSO_WM_NEWLAYOUT_ID" val="slide_f95b87826d1fb558"/>
  <p:tag name="KSO_WM_UNIT_PRESET_TEXT" val="单击此处添加标题"/>
</p:tagLst>
</file>

<file path=ppt/tags/tag528.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529.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2"/>
  <p:tag name="KSO_WM_UNIT_TYPE" val="l_h_i"/>
  <p:tag name="KSO_WM_UNIT_PRESET_TEXT" val=" "/>
</p:tagLst>
</file>

<file path=ppt/tags/tag530.xml><?xml version="1.0" encoding="utf-8"?>
<p:tagLst xmlns:a="http://schemas.openxmlformats.org/drawingml/2006/main" xmlns:r="http://schemas.openxmlformats.org/officeDocument/2006/relationships"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53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53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533.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534.xml><?xml version="1.0" encoding="utf-8"?>
<p:tagLst xmlns:a="http://schemas.openxmlformats.org/drawingml/2006/main" xmlns:r="http://schemas.openxmlformats.org/officeDocument/2006/relationships" xmlns:p="http://schemas.openxmlformats.org/presentationml/2006/main">
  <p:tag name="KSO_WM_FIGMA_DECORATION_INDEX" val="15"/>
  <p:tag name="$PH_EXT" val="2"/>
  <p:tag name="KSO_WM_BEAUTIFY_FLAG" val="#fgm#"/>
  <p:tag name="KSO_WM_DIAGRAM_GROUP_CODE" val="1"/>
  <p:tag name="KSO_WM_FIGMA_FLAG" val="#fgm#"/>
  <p:tag name="KSO_WM_SYNC_SLIDE_TEXT" val="1"/>
  <p:tag name="KSO_WM_UNIT_INDEX" val="1_2_2"/>
  <p:tag name="KSO_WM_UNIT_TYPE" val="l_h_i"/>
  <p:tag name="KSO_WM_UNIT_PRESET_TEXT" val=" "/>
</p:tagLst>
</file>

<file path=ppt/tags/tag535.xml><?xml version="1.0" encoding="utf-8"?>
<p:tagLst xmlns:a="http://schemas.openxmlformats.org/drawingml/2006/main" xmlns:r="http://schemas.openxmlformats.org/officeDocument/2006/relationships"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53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53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538.xml><?xml version="1.0" encoding="utf-8"?>
<p:tagLst xmlns:a="http://schemas.openxmlformats.org/drawingml/2006/main" xmlns:r="http://schemas.openxmlformats.org/officeDocument/2006/relationships"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539.xml><?xml version="1.0" encoding="utf-8"?>
<p:tagLst xmlns:a="http://schemas.openxmlformats.org/drawingml/2006/main" xmlns:r="http://schemas.openxmlformats.org/officeDocument/2006/relationships" xmlns:p="http://schemas.openxmlformats.org/presentationml/2006/main">
  <p:tag name="KSO_WM_FIGMA_DECORATION_INDEX" val="15"/>
  <p:tag name="$PH_EXT" val="2"/>
  <p:tag name="KSO_WM_BEAUTIFY_FLAG" val="#fgm#"/>
  <p:tag name="KSO_WM_DIAGRAM_GROUP_CODE" val="1"/>
  <p:tag name="KSO_WM_FIGMA_FLAG" val="#fgm#"/>
  <p:tag name="KSO_WM_SYNC_SLIDE_TEXT" val="1"/>
  <p:tag name="KSO_WM_UNIT_INDEX" val="1_3_2"/>
  <p:tag name="KSO_WM_UNIT_TYPE" val="l_h_i"/>
  <p:tag name="KSO_WM_UNIT_PRESET_TEXT" val=" "/>
</p:tagLst>
</file>

<file path=ppt/tags/tag540.xml><?xml version="1.0" encoding="utf-8"?>
<p:tagLst xmlns:a="http://schemas.openxmlformats.org/drawingml/2006/main" xmlns:r="http://schemas.openxmlformats.org/officeDocument/2006/relationships" xmlns:p="http://schemas.openxmlformats.org/presentationml/2006/main">
  <p:tag name="KSO_WM_FIGMA_DECORATION_INDEX" val="3"/>
  <p:tag name="$PH_EXT" val="1"/>
  <p:tag name="KSO_WM_BEAUTIFY_FLAG" val="#fgm#"/>
  <p:tag name="KSO_WM_DIAGRAM_GROUP_CODE" val="1"/>
  <p:tag name="KSO_WM_FIGMA_FLAG" val="#fgm#"/>
  <p:tag name="KSO_WM_UNIT_INDEX" val="1_3_1"/>
  <p:tag name="KSO_WM_UNIT_TYPE" val="l_h_x"/>
</p:tagLst>
</file>

<file path=ppt/tags/tag54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54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543.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2"/>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 name="KSO_WM_UNIT_PRESET_TEXT" val=" "/>
</p:tagLst>
</file>

<file path=ppt/tags/tag544.xml><?xml version="1.0" encoding="utf-8"?>
<p:tagLst xmlns:a="http://schemas.openxmlformats.org/drawingml/2006/main" xmlns:r="http://schemas.openxmlformats.org/officeDocument/2006/relationships"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4_2"/>
  <p:tag name="KSO_WM_UNIT_TYPE" val="l_h_i"/>
  <p:tag name="KSO_WM_UNIT_PRESET_TEXT" val=" "/>
</p:tagLst>
</file>

<file path=ppt/tags/tag545.xml><?xml version="1.0" encoding="utf-8"?>
<p:tagLst xmlns:a="http://schemas.openxmlformats.org/drawingml/2006/main" xmlns:r="http://schemas.openxmlformats.org/officeDocument/2006/relationships" xmlns:p="http://schemas.openxmlformats.org/presentationml/2006/main">
  <p:tag name="KSO_WM_FIGMA_DECORATION_INDEX" val="10"/>
  <p:tag name="$PH_EXT" val="1"/>
  <p:tag name="KSO_WM_BEAUTIFY_FLAG" val="#fgm#"/>
  <p:tag name="KSO_WM_DIAGRAM_GROUP_CODE" val="1"/>
  <p:tag name="KSO_WM_FIGMA_FLAG" val="#fgm#"/>
  <p:tag name="KSO_WM_UNIT_INDEX" val="1_4_1"/>
  <p:tag name="KSO_WM_UNIT_TYPE" val="l_h_x"/>
</p:tagLst>
</file>

<file path=ppt/tags/tag54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 name="KSO_WM_UNIT_PRESET_TEXT" val="单击此处添加项标题"/>
</p:tagLst>
</file>

<file path=ppt/tags/tag54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 name="KSO_WM_UNIT_PRESET_TEXT" val="单击此处添加项正文"/>
</p:tagLst>
</file>

<file path=ppt/tags/tag548.xml><?xml version="1.0" encoding="utf-8"?>
<p:tagLst xmlns:a="http://schemas.openxmlformats.org/drawingml/2006/main" xmlns:r="http://schemas.openxmlformats.org/officeDocument/2006/relationships"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EMPLATE_INDEX" val="40485812"/>
  <p:tag name="KSO_WM_TEMPLATE_CATEGORY" val="custom"/>
  <p:tag name="KSO_WM_SLIDE_INDEX" val="3"/>
  <p:tag name="KSO_WM_SLIDE_ID" val="custom40485812_7"/>
  <p:tag name="KSO_WM_TEMPLATE_MASTER_TYPE" val="0"/>
  <p:tag name="KSO_WM_SLIDE_LAYOUT" val="a_e"/>
  <p:tag name="KSO_WM_SLIDE_LAYOUT_CNT" val="1_1"/>
  <p:tag name="KSO_WM_TAG_VERSION" val="3.0"/>
</p:tagLst>
</file>

<file path=ppt/tags/tag549.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3aa9e76ff2e8893e159ca3c42851a20d564caf2c"/>
  <p:tag name="KSO_WM_NEWLAYOUT_ID" val="11"/>
  <p:tag name="KSO_WM_UNIT_PRESET_TEXT" val="单击此处添加章节标题"/>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550.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1"/>
  <p:tag name="KSO_WM_UNIT_TYPE" val="e"/>
  <p:tag name="KSO_WM_UNIT_PRESET_TEXT" val="01"/>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551.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69796638351"/>
  <p:tag name="KSO_WM_TEMPLATE_SLIDE_ID" val="slide_32796d7565842e22"/>
</p:tagLst>
</file>

<file path=ppt/tags/tag552.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439ecabf8c12d0a46616ff68f27fd17a067b90f1"/>
  <p:tag name="KSO_WM_NEWLAYOUT_GROUP_ID" val="layout_27"/>
  <p:tag name="KSO_WM_NEWLAYOUT_ID" val="slide_32796d7565842e22"/>
  <p:tag name="KSO_WM_UNIT_PRESET_TEXT" val="单击此处添加标题"/>
</p:tagLst>
</file>

<file path=ppt/tags/tag553.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55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2"/>
  <p:tag name="KSO_WM_UNIT_SUBTYPE" val="d"/>
  <p:tag name="KSO_WM_UNIT_TYPE" val="l_h_i"/>
  <p:tag name="KSO_WM_UNIT_PRESET_TEXT" val="01"/>
</p:tagLst>
</file>

<file path=ppt/tags/tag55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55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557.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55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2"/>
  <p:tag name="KSO_WM_UNIT_SUBTYPE" val="d"/>
  <p:tag name="KSO_WM_UNIT_TYPE" val="l_h_i"/>
  <p:tag name="KSO_WM_UNIT_PRESET_TEXT" val="02"/>
</p:tagLst>
</file>

<file path=ppt/tags/tag55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56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561.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56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2"/>
  <p:tag name="KSO_WM_UNIT_SUBTYPE" val="d"/>
  <p:tag name="KSO_WM_UNIT_TYPE" val="l_h_i"/>
  <p:tag name="KSO_WM_UNIT_PRESET_TEXT" val="03"/>
</p:tagLst>
</file>

<file path=ppt/tags/tag56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56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565.xml><?xml version="1.0" encoding="utf-8"?>
<p:tagLst xmlns:a="http://schemas.openxmlformats.org/drawingml/2006/main" xmlns:r="http://schemas.openxmlformats.org/officeDocument/2006/relationships"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4_1"/>
  <p:tag name="KSO_WM_UNIT_TYPE" val="l_h_i"/>
  <p:tag name="KSO_WM_UNIT_PRESET_TEXT" val=" "/>
</p:tagLst>
</file>

<file path=ppt/tags/tag56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2"/>
  <p:tag name="KSO_WM_UNIT_SUBTYPE" val="d"/>
  <p:tag name="KSO_WM_UNIT_TYPE" val="l_h_i"/>
  <p:tag name="KSO_WM_UNIT_PRESET_TEXT" val="04"/>
</p:tagLst>
</file>

<file path=ppt/tags/tag56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 name="KSO_WM_UNIT_PRESET_TEXT" val="单击此处添加项标题"/>
</p:tagLst>
</file>

<file path=ppt/tags/tag56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 name="KSO_WM_UNIT_PRESET_TEXT" val="单击此处添加项正文"/>
</p:tagLst>
</file>

<file path=ppt/tags/tag569.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69796638351"/>
  <p:tag name="KSO_WM_TEMPLATE_SLIDE_ID" val="slide_9aff4a90289760fc"/>
</p:tagLst>
</file>

<file path=ppt/tags/tag570.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4fca8a61a329d15fdf9d8e65411c5e3a6b40c58b"/>
  <p:tag name="KSO_WM_NEWLAYOUT_GROUP_ID" val="layout_30"/>
  <p:tag name="KSO_WM_NEWLAYOUT_ID" val="slide_9aff4a90289760fc"/>
  <p:tag name="KSO_WM_UNIT_PRESET_TEXT" val="单击此处添加标题"/>
</p:tagLst>
</file>

<file path=ppt/tags/tag571.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57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项标题"/>
</p:tagLst>
</file>

<file path=ppt/tags/tag57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574.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57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项标题"/>
</p:tagLst>
</file>

<file path=ppt/tags/tag57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577.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578.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项标题"/>
</p:tagLst>
</file>

<file path=ppt/tags/tag57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580.xml><?xml version="1.0" encoding="utf-8"?>
<p:tagLst xmlns:a="http://schemas.openxmlformats.org/drawingml/2006/main" xmlns:r="http://schemas.openxmlformats.org/officeDocument/2006/relationships"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EMPLATE_INDEX" val="40485812"/>
  <p:tag name="KSO_WM_TEMPLATE_CATEGORY" val="custom"/>
  <p:tag name="KSO_WM_SLIDE_INDEX" val="3"/>
  <p:tag name="KSO_WM_SLIDE_ID" val="custom40485812_7"/>
  <p:tag name="KSO_WM_TEMPLATE_MASTER_TYPE" val="0"/>
  <p:tag name="KSO_WM_SLIDE_LAYOUT" val="a_e"/>
  <p:tag name="KSO_WM_SLIDE_LAYOUT_CNT" val="1_1"/>
  <p:tag name="KSO_WM_TAG_VERSION" val="3.0"/>
</p:tagLst>
</file>

<file path=ppt/tags/tag581.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3aa9e76ff2e8893e159ca3c42851a20d564caf2c"/>
  <p:tag name="KSO_WM_NEWLAYOUT_ID" val="11"/>
  <p:tag name="KSO_WM_UNIT_PRESET_TEXT" val="单击此处添加章节标题"/>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582.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1"/>
  <p:tag name="KSO_WM_UNIT_TYPE" val="e"/>
  <p:tag name="KSO_WM_UNIT_PRESET_TEXT" val="01"/>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583.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38351"/>
  <p:tag name="KSO_WM_TEMPLATE_SLIDE_ID" val="slide_bb541080977a002b"/>
</p:tagLst>
</file>

<file path=ppt/tags/tag584.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2308f96c786364ed2e945af32b44be4dc3152f57"/>
  <p:tag name="KSO_WM_NEWLAYOUT_GROUP_ID" val="layout_59"/>
  <p:tag name="KSO_WM_NEWLAYOUT_ID" val="slide_bb541080977a002b"/>
  <p:tag name="KSO_WM_UNIT_PRESET_TEXT" val="单击此处添加标题"/>
</p:tagLst>
</file>

<file path=ppt/tags/tag585.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58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58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588.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58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59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591.xml><?xml version="1.0" encoding="utf-8"?>
<p:tagLst xmlns:a="http://schemas.openxmlformats.org/drawingml/2006/main" xmlns:r="http://schemas.openxmlformats.org/officeDocument/2006/relationships"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59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59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594.xml><?xml version="1.0" encoding="utf-8"?>
<p:tagLst xmlns:a="http://schemas.openxmlformats.org/drawingml/2006/main" xmlns:r="http://schemas.openxmlformats.org/officeDocument/2006/relationships"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EMPLATE_INDEX" val="40485812"/>
  <p:tag name="KSO_WM_TEMPLATE_CATEGORY" val="custom"/>
  <p:tag name="KSO_WM_SLIDE_INDEX" val="3"/>
  <p:tag name="KSO_WM_SLIDE_ID" val="custom40485812_7"/>
  <p:tag name="KSO_WM_TEMPLATE_MASTER_TYPE" val="0"/>
  <p:tag name="KSO_WM_SLIDE_LAYOUT" val="a_e"/>
  <p:tag name="KSO_WM_SLIDE_LAYOUT_CNT" val="1_1"/>
  <p:tag name="KSO_WM_TAG_VERSION" val="3.0"/>
</p:tagLst>
</file>

<file path=ppt/tags/tag595.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1"/>
  <p:tag name="KSO_WM_UNIT_TEXT_TYPE" val="1"/>
  <p:tag name="KSO_WM_UNIT_TYPE" val="a"/>
  <p:tag name="KSO_WM_LAYOUT_CHECK_HASH" val="3aa9e76ff2e8893e159ca3c42851a20d564caf2c"/>
  <p:tag name="KSO_WM_NEWLAYOUT_ID" val="11"/>
  <p:tag name="KSO_WM_UNIT_PRESET_TEXT" val="单击此处添加章节标题"/>
  <p:tag name="KSO_WM_UNIT_ID" val="_10*a*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596.xml><?xml version="1.0" encoding="utf-8"?>
<p:tagLst xmlns:a="http://schemas.openxmlformats.org/drawingml/2006/main" xmlns:r="http://schemas.openxmlformats.org/officeDocument/2006/relationships" xmlns:p="http://schemas.openxmlformats.org/presentationml/2006/main">
  <p:tag name="KSO_WM_UNIT_HIGHLIGHT" val="0"/>
  <p:tag name="KSO_WM_BEAUTIFY_FLAG" val="#wm#"/>
  <p:tag name="KSO_WM_FIGMA_FLAG" val="#fgm#"/>
  <p:tag name="KSO_WM_UNIT_INDEX" val="1"/>
  <p:tag name="KSO_WM_UNIT_TYPE" val="e"/>
  <p:tag name="KSO_WM_UNIT_PRESET_TEXT" val="01"/>
  <p:tag name="KSO_WM_UNIT_ID" val="_10*e*1"/>
  <p:tag name="KSO_WM_TAG_VERSION" val="3.0"/>
  <p:tag name="KSO_WM_UNIT_ISNUMDGMTITLE" val="0"/>
  <p:tag name="KSO_WM_UNIT_NOCLEAR"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597.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4"/>
  <p:tag name="KSO_WM_SLIDE_TYPE" val="text"/>
  <p:tag name="KSO_WM_TEMPLATE_SUBCATEGORY" val="29"/>
  <p:tag name="KSO_WM_BEAUTIFY_FLAG" val="#wm#"/>
  <p:tag name="KSO_WM_TEMPLATE_FIGMA_ID" val="69796638351"/>
  <p:tag name="KSO_WM_TEMPLATE_SLIDE_ID" val="slide_950849bfc2c3a066"/>
</p:tagLst>
</file>

<file path=ppt/tags/tag598.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bed9c77b51d07be2a5a8765f5b6cd26c3c59c48c"/>
  <p:tag name="KSO_WM_NEWLAYOUT_GROUP_ID" val="layout_10014"/>
  <p:tag name="KSO_WM_NEWLAYOUT_ID" val="slide_950849bfc2c3a066"/>
  <p:tag name="KSO_WM_UNIT_PRESET_TEXT" val="单击此处添加标题"/>
</p:tagLst>
</file>

<file path=ppt/tags/tag59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d"/>
  <p:tag name="MH_PIC_SOURCE_TYPE" val="generate_slide_ai*{&quot;id&quot;:&quot;http://zh-ai-group.ks3-cn-beijing-internal.ksyun.com/image_generate/image_process/production/202602/6079fc15-315f-4282-a96e-ccfde7ed38c6.jpg?Expires=1802861379\u0026AWSAccessKeyId=AKLT9NSy7kh8TIS1UzNqLRY2\u0026Signature=wCZPdiJ1Tl6W4Us78nty7IS21w0%3D&quot;,&quot;product_name&quot;:&quot;kdocs-wpp-wpsmac&quot;,&quot;intention_code&quot;:&quot;kdocs_wpp_generate_ppt_pay&quot;}*auto_qingqiu_3.0.6_prod*1771325372952_4b0050_e2c74c7e32db-slide-24"/>
</p:tagLst>
</file>

<file path=ppt/tags/tag60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a"/>
  <p:tag name="KSO_WM_UNIT_PRESET_TEXT" val="项标题"/>
</p:tagLst>
</file>

<file path=ppt/tags/tag60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60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a"/>
  <p:tag name="KSO_WM_UNIT_PRESET_TEXT" val="项标题"/>
</p:tagLst>
</file>

<file path=ppt/tags/tag60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60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a"/>
  <p:tag name="KSO_WM_UNIT_PRESET_TEXT" val="项标题"/>
</p:tagLst>
</file>

<file path=ppt/tags/tag605.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4_1"/>
  <p:tag name="KSO_WM_UNIT_TYPE" val="l_h_f"/>
  <p:tag name="KSO_WM_UNIT_PRESET_TEXT" val="单击此处添加项正文"/>
</p:tagLst>
</file>

<file path=ppt/tags/tag606.xml><?xml version="1.0" encoding="utf-8"?>
<p:tagLst xmlns:a="http://schemas.openxmlformats.org/drawingml/2006/main" xmlns:r="http://schemas.openxmlformats.org/officeDocument/2006/relationships" xmlns:p="http://schemas.openxmlformats.org/presentationml/2006/main">
  <p:tag name="KSO_WM_SLIDE_CONTENT_ORIENTATION" val="center"/>
  <p:tag name="KSO_WM_SLIDE_HAS_MASK" val="0"/>
  <p:tag name="KSO_WM_SLIDE_ITEM_CNT" val="0"/>
  <p:tag name="KSO_WM_SLIDE_TYPE" val="endPage"/>
  <p:tag name="KSO_WM_TEMPLATE_SUBCATEGORY" val="29"/>
  <p:tag name="KSO_WM_BEAUTIFY_FLAG" val="#wm#"/>
  <p:tag name="KSO_WM_TEMPLATE_SLIDE_ID" val="slide_47de9d0eaa58c516"/>
  <p:tag name="KSO_WM_TEMPLATE_INDEX" val="40485812"/>
  <p:tag name="KSO_WM_TEMPLATE_CATEGORY" val="custom"/>
  <p:tag name="KSO_WM_SLIDE_INDEX" val="5"/>
  <p:tag name="KSO_WM_SLIDE_ID" val="custom40485812_9"/>
  <p:tag name="KSO_WM_TEMPLATE_MASTER_TYPE" val="0"/>
  <p:tag name="KSO_WM_SLIDE_LAYOUT" val="a_b"/>
  <p:tag name="KSO_WM_SLIDE_LAYOUT_CNT" val="1_1"/>
  <p:tag name="KSO_WM_TAG_VERSION" val="3.0"/>
</p:tagLst>
</file>

<file path=ppt/tags/tag607.xml><?xml version="1.0" encoding="utf-8"?>
<p:tagLst xmlns:a="http://schemas.openxmlformats.org/drawingml/2006/main" xmlns:r="http://schemas.openxmlformats.org/officeDocument/2006/relationships" xmlns:p="http://schemas.openxmlformats.org/presentationml/2006/main">
  <p:tag name="KSO_WM_BEAUTIFY_FLAG" val="#wm#"/>
  <p:tag name="KSO_WM_FIGMA_FLAG" val="#fgm#"/>
  <p:tag name="KSO_WM_UNIT_INDEX" val="1"/>
  <p:tag name="KSO_WM_UNIT_TEXT_TYPE" val="1"/>
  <p:tag name="KSO_WM_UNIT_TYPE" val="b"/>
  <p:tag name="KSO_WM_UNIT_PRESET_TEXT" val="THE END"/>
  <p:tag name="KSO_WM_UNIT_ID" val="_11*b*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ags/tag608.xml><?xml version="1.0" encoding="utf-8"?>
<p:tagLst xmlns:a="http://schemas.openxmlformats.org/drawingml/2006/main" xmlns:r="http://schemas.openxmlformats.org/officeDocument/2006/relationships" xmlns:p="http://schemas.openxmlformats.org/presentationml/2006/main">
  <p:tag name="KSO_WM_UNIT_TYPE" val="a"/>
  <p:tag name="KSO_WM_BEAUTIFY_FLAG" val="#wm#"/>
  <p:tag name="KSO_WM_FIGMA_FLAG" val="#fgm#"/>
  <p:tag name="KSO_WM_UNIT_INDEX" val="1"/>
  <p:tag name="KSO_WM_UNIT_TEXT_TYPE" val="1"/>
  <p:tag name="KSO_WM_LAYOUT_CHECK_HASH" val="301a4feec12e46015910664bc4592b65e1510523"/>
  <p:tag name="KSO_WM_NEWLAYOUT_ID" val="17"/>
  <p:tag name="KSO_WM_UNIT_PRESET_TEXT" val="谢谢观看"/>
  <p:tag name="KSO_WM_UNIT_ID" val="_11*a*1"/>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85812"/>
  <p:tag name="KSO_WM_TEMPLATE_CATEGORY" val="custom"/>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spect">
      <a:maj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612">
      <a:dk1>
        <a:srgbClr val="000000"/>
      </a:dk1>
      <a:lt1>
        <a:srgbClr val="FFFFFF"/>
      </a:lt1>
      <a:dk2>
        <a:srgbClr val="0F1830"/>
      </a:dk2>
      <a:lt2>
        <a:srgbClr val="F8FAFD"/>
      </a:lt2>
      <a:accent1>
        <a:srgbClr val="5C7CCE"/>
      </a:accent1>
      <a:accent2>
        <a:srgbClr val="777BCB"/>
      </a:accent2>
      <a:accent3>
        <a:srgbClr val="927AC9"/>
      </a:accent3>
      <a:accent4>
        <a:srgbClr val="AC7AC6"/>
      </a:accent4>
      <a:accent5>
        <a:srgbClr val="C779C4"/>
      </a:accent5>
      <a:accent6>
        <a:srgbClr val="E278C1"/>
      </a:accent6>
      <a:hlink>
        <a:srgbClr val="0563C1"/>
      </a:hlink>
      <a:folHlink>
        <a:srgbClr val="954F72"/>
      </a:folHlink>
    </a:clrScheme>
    <a:fontScheme name="自定义 72">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2941</TotalTime>
  <Words>1600</Words>
  <Application>Microsoft Macintosh PowerPoint</Application>
  <PresentationFormat>宽屏</PresentationFormat>
  <Paragraphs>169</Paragraphs>
  <Slides>23</Slides>
  <Notes>0</Notes>
  <HiddenSlides>0</HiddenSlides>
  <MMClips>1</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23</vt:i4>
      </vt:variant>
    </vt:vector>
  </HeadingPairs>
  <TitlesOfParts>
    <vt:vector size="30" baseType="lpstr">
      <vt:lpstr>黑体</vt:lpstr>
      <vt:lpstr>微软雅黑</vt:lpstr>
      <vt:lpstr>Arial</vt:lpstr>
      <vt:lpstr>Calibri</vt:lpstr>
      <vt:lpstr>Helvetica</vt:lpstr>
      <vt:lpstr>Office 主题</vt:lpstr>
      <vt:lpstr>1_Office 主题</vt:lpstr>
      <vt:lpstr>便携式脑机协同控制系统研发</vt:lpstr>
      <vt:lpstr>目录</vt:lpstr>
      <vt:lpstr>研究背景与意义</vt:lpstr>
      <vt:lpstr>人口老龄化与疾病挑战</vt:lpstr>
      <vt:lpstr>项目核心价值</vt:lpstr>
      <vt:lpstr>更多应用场景</vt:lpstr>
      <vt:lpstr>研究方法 </vt:lpstr>
      <vt:lpstr>文献调研与方案筛选</vt:lpstr>
      <vt:lpstr>研究内容</vt:lpstr>
      <vt:lpstr>技术方案</vt:lpstr>
      <vt:lpstr>基于运动想象的意图预测方案</vt:lpstr>
      <vt:lpstr>基于SSVEP的行为判断方案</vt:lpstr>
      <vt:lpstr>研究难点</vt:lpstr>
      <vt:lpstr>实时意图识别的准确性</vt:lpstr>
      <vt:lpstr>当前研究进度</vt:lpstr>
      <vt:lpstr>设备测试与数据采集</vt:lpstr>
      <vt:lpstr>无人机控制功能实现</vt:lpstr>
      <vt:lpstr>未来研究计划</vt:lpstr>
      <vt:lpstr>引入SSVEP技术提升准确率</vt:lpstr>
      <vt:lpstr>用性价比方案实现较高准确率</vt:lpstr>
      <vt:lpstr>研究创新点</vt:lpstr>
      <vt:lpstr>多模态融合技术路线</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便携式脑机协同控制系统研发</dc:title>
  <dc:creator/>
  <cp:lastModifiedBy>沛延 谢</cp:lastModifiedBy>
  <cp:revision>44</cp:revision>
  <dcterms:created xsi:type="dcterms:W3CDTF">2026-02-17T11:02:34Z</dcterms:created>
  <dcterms:modified xsi:type="dcterms:W3CDTF">2026-03-03T07:07:45Z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2052-12.9.0.25288</vt:lpwstr>
  </property>
  <property fmtid="{D5CDD505-2E9C-101B-9397-08002B2CF9AE}" pid="3" name="KSOTemplateUUID">
    <vt:lpwstr>v1.0_ai_69796638351</vt:lpwstr>
  </property>
  <property fmtid="{D5CDD505-2E9C-101B-9397-08002B2CF9AE}" pid="4" name="ICV">
    <vt:lpwstr>2EA23DD224E725432548946988D5BC6E_42</vt:lpwstr>
  </property>
</Properties>
</file>